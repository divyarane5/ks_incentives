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02" r:id="rId4"/>
    <p:sldId id="294" r:id="rId5"/>
    <p:sldId id="258" r:id="rId6"/>
    <p:sldId id="259" r:id="rId7"/>
    <p:sldId id="301" r:id="rId8"/>
    <p:sldId id="260" r:id="rId9"/>
    <p:sldId id="261" r:id="rId10"/>
    <p:sldId id="263" r:id="rId11"/>
    <p:sldId id="264" r:id="rId12"/>
    <p:sldId id="299" r:id="rId13"/>
    <p:sldId id="300" r:id="rId14"/>
    <p:sldId id="266" r:id="rId15"/>
    <p:sldId id="268" r:id="rId16"/>
    <p:sldId id="297" r:id="rId17"/>
    <p:sldId id="298" r:id="rId18"/>
    <p:sldId id="291" r:id="rId19"/>
    <p:sldId id="276" r:id="rId20"/>
    <p:sldId id="277" r:id="rId21"/>
    <p:sldId id="279" r:id="rId22"/>
    <p:sldId id="290" r:id="rId23"/>
    <p:sldId id="295" r:id="rId24"/>
    <p:sldId id="296" r:id="rId25"/>
    <p:sldId id="286" r:id="rId26"/>
    <p:sldId id="285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378"/>
    <a:srgbClr val="001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Landing Page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5D7-442D-9A49-BB0A76BA8C1B}"/>
              </c:ext>
            </c:extLst>
          </c:dPt>
          <c:dPt>
            <c:idx val="1"/>
            <c:bubble3D val="0"/>
            <c:spPr>
              <a:solidFill>
                <a:schemeClr val="accent4">
                  <a:shade val="7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5D7-442D-9A49-BB0A76BA8C1B}"/>
              </c:ext>
            </c:extLst>
          </c:dPt>
          <c:dPt>
            <c:idx val="2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5D7-442D-9A49-BB0A76BA8C1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Feb</c:v>
                </c:pt>
                <c:pt idx="1">
                  <c:v>March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19249</c:v>
                </c:pt>
                <c:pt idx="1">
                  <c:v>18995</c:v>
                </c:pt>
                <c:pt idx="2">
                  <c:v>15004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7-415F-BAEB-1166C9C137CB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Page Views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5B0-4B43-B025-0931EB162498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5B0-4B43-B025-0931EB162498}"/>
              </c:ext>
            </c:extLst>
          </c:dPt>
          <c:dPt>
            <c:idx val="2"/>
            <c:bubble3D val="0"/>
            <c:spPr>
              <a:solidFill>
                <a:schemeClr val="accent6">
                  <a:tint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5B0-4B43-B025-0931EB16249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Feb</c:v>
                </c:pt>
                <c:pt idx="1">
                  <c:v>March</c:v>
                </c:pt>
                <c:pt idx="2">
                  <c:v>April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80619</c:v>
                </c:pt>
                <c:pt idx="1">
                  <c:v>75712</c:v>
                </c:pt>
                <c:pt idx="2">
                  <c:v>67934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B0-4B43-B025-0931EB16249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Ranking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Page</c:v>
                </c:pt>
                <c:pt idx="1">
                  <c:v>2 Page</c:v>
                </c:pt>
                <c:pt idx="2">
                  <c:v>3 Page</c:v>
                </c:pt>
                <c:pt idx="3">
                  <c:v>4 Page</c:v>
                </c:pt>
                <c:pt idx="4">
                  <c:v>5 page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168</c:v>
                </c:pt>
                <c:pt idx="2">
                  <c:v>26</c:v>
                </c:pt>
                <c:pt idx="3">
                  <c:v>18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1-441D-A9FA-640FC68315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966816"/>
        <c:axId val="205965152"/>
      </c:barChart>
      <c:catAx>
        <c:axId val="20596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965152"/>
        <c:crosses val="autoZero"/>
        <c:auto val="1"/>
        <c:lblAlgn val="ctr"/>
        <c:lblOffset val="100"/>
        <c:noMultiLvlLbl val="0"/>
      </c:catAx>
      <c:valAx>
        <c:axId val="20596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96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0BD80-0FAB-43EB-818E-9C42934B3C36}" type="doc">
      <dgm:prSet loTypeId="urn:microsoft.com/office/officeart/2005/8/layout/cycle4" loCatId="matrix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E577D78C-F848-4EEC-99F0-2DC391103259}">
      <dgm:prSet phldrT="[Text]"/>
      <dgm:spPr/>
      <dgm:t>
        <a:bodyPr/>
        <a:lstStyle/>
        <a:p>
          <a:r>
            <a:rPr lang="en-US" dirty="0"/>
            <a:t>9</a:t>
          </a:r>
          <a:endParaRPr lang="en-IN" dirty="0"/>
        </a:p>
      </dgm:t>
    </dgm:pt>
    <dgm:pt modelId="{B52376EB-DF46-4072-8219-ADEAB6DF6FC2}" type="parTrans" cxnId="{CEBB1A20-568B-49CA-AF58-0CDB70BE35DD}">
      <dgm:prSet/>
      <dgm:spPr/>
      <dgm:t>
        <a:bodyPr/>
        <a:lstStyle/>
        <a:p>
          <a:endParaRPr lang="en-IN"/>
        </a:p>
      </dgm:t>
    </dgm:pt>
    <dgm:pt modelId="{FD5D7555-D515-46EC-82B2-DE64B254405F}" type="sibTrans" cxnId="{CEBB1A20-568B-49CA-AF58-0CDB70BE35DD}">
      <dgm:prSet/>
      <dgm:spPr/>
      <dgm:t>
        <a:bodyPr/>
        <a:lstStyle/>
        <a:p>
          <a:endParaRPr lang="en-IN"/>
        </a:p>
      </dgm:t>
    </dgm:pt>
    <dgm:pt modelId="{6D2553BF-99AB-4801-904F-DEF296C05A8F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DA</a:t>
          </a:r>
          <a:endParaRPr lang="en-IN" dirty="0">
            <a:solidFill>
              <a:srgbClr val="002060"/>
            </a:solidFill>
          </a:endParaRPr>
        </a:p>
      </dgm:t>
    </dgm:pt>
    <dgm:pt modelId="{3B3C34CC-3A8A-4A12-BE8E-BB2C881B6316}" type="parTrans" cxnId="{F12C7B9D-361A-44FA-B5C2-E2F2C259C02C}">
      <dgm:prSet/>
      <dgm:spPr/>
      <dgm:t>
        <a:bodyPr/>
        <a:lstStyle/>
        <a:p>
          <a:endParaRPr lang="en-IN"/>
        </a:p>
      </dgm:t>
    </dgm:pt>
    <dgm:pt modelId="{9A2C2608-FEC3-4098-853C-ED88BA3A99F5}" type="sibTrans" cxnId="{F12C7B9D-361A-44FA-B5C2-E2F2C259C02C}">
      <dgm:prSet/>
      <dgm:spPr/>
      <dgm:t>
        <a:bodyPr/>
        <a:lstStyle/>
        <a:p>
          <a:endParaRPr lang="en-IN"/>
        </a:p>
      </dgm:t>
    </dgm:pt>
    <dgm:pt modelId="{9C758186-0ED1-4BD7-8B5A-EFD016C1ACFF}">
      <dgm:prSet phldrT="[Text]"/>
      <dgm:spPr/>
      <dgm:t>
        <a:bodyPr/>
        <a:lstStyle/>
        <a:p>
          <a:r>
            <a:rPr lang="en-US" dirty="0"/>
            <a:t>22</a:t>
          </a:r>
          <a:endParaRPr lang="en-IN" dirty="0"/>
        </a:p>
      </dgm:t>
    </dgm:pt>
    <dgm:pt modelId="{A04FF222-E1E7-468F-B831-634C57121EAE}" type="parTrans" cxnId="{3C26E622-4AC4-4E19-BF25-44DFD379D4F9}">
      <dgm:prSet/>
      <dgm:spPr/>
      <dgm:t>
        <a:bodyPr/>
        <a:lstStyle/>
        <a:p>
          <a:endParaRPr lang="en-IN"/>
        </a:p>
      </dgm:t>
    </dgm:pt>
    <dgm:pt modelId="{CC8CC1ED-893A-490A-A1B3-330CBEDFBBC9}" type="sibTrans" cxnId="{3C26E622-4AC4-4E19-BF25-44DFD379D4F9}">
      <dgm:prSet/>
      <dgm:spPr/>
      <dgm:t>
        <a:bodyPr/>
        <a:lstStyle/>
        <a:p>
          <a:endParaRPr lang="en-IN"/>
        </a:p>
      </dgm:t>
    </dgm:pt>
    <dgm:pt modelId="{E5ED05D2-7B45-4E6C-8BBF-301CF98385FB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PA</a:t>
          </a:r>
          <a:endParaRPr lang="en-IN" dirty="0">
            <a:solidFill>
              <a:srgbClr val="002060"/>
            </a:solidFill>
          </a:endParaRPr>
        </a:p>
      </dgm:t>
    </dgm:pt>
    <dgm:pt modelId="{E1733CDF-3F05-41DB-9F91-7A9BF1E51894}" type="parTrans" cxnId="{92ADD3E1-27C2-430D-87D7-B9278E889297}">
      <dgm:prSet/>
      <dgm:spPr/>
      <dgm:t>
        <a:bodyPr/>
        <a:lstStyle/>
        <a:p>
          <a:endParaRPr lang="en-IN"/>
        </a:p>
      </dgm:t>
    </dgm:pt>
    <dgm:pt modelId="{FDAB3ECD-C10D-4E86-AEBE-469643FF3116}" type="sibTrans" cxnId="{92ADD3E1-27C2-430D-87D7-B9278E889297}">
      <dgm:prSet/>
      <dgm:spPr/>
      <dgm:t>
        <a:bodyPr/>
        <a:lstStyle/>
        <a:p>
          <a:endParaRPr lang="en-IN"/>
        </a:p>
      </dgm:t>
    </dgm:pt>
    <dgm:pt modelId="{21F80134-1D50-4171-95C2-06F207B239C8}">
      <dgm:prSet phldrT="[Text]"/>
      <dgm:spPr/>
      <dgm:t>
        <a:bodyPr/>
        <a:lstStyle/>
        <a:p>
          <a:r>
            <a:rPr lang="en-US" dirty="0"/>
            <a:t>1</a:t>
          </a:r>
          <a:endParaRPr lang="en-IN" dirty="0"/>
        </a:p>
      </dgm:t>
    </dgm:pt>
    <dgm:pt modelId="{A12C9546-1049-4705-9C49-DFFE11F8F7D0}" type="parTrans" cxnId="{B23D1B3E-9C28-4181-B0C8-4C5052A27DA6}">
      <dgm:prSet/>
      <dgm:spPr/>
      <dgm:t>
        <a:bodyPr/>
        <a:lstStyle/>
        <a:p>
          <a:endParaRPr lang="en-IN"/>
        </a:p>
      </dgm:t>
    </dgm:pt>
    <dgm:pt modelId="{95A03372-2BF3-4514-8589-1DBEC2E6256E}" type="sibTrans" cxnId="{B23D1B3E-9C28-4181-B0C8-4C5052A27DA6}">
      <dgm:prSet/>
      <dgm:spPr/>
      <dgm:t>
        <a:bodyPr/>
        <a:lstStyle/>
        <a:p>
          <a:endParaRPr lang="en-IN"/>
        </a:p>
      </dgm:t>
    </dgm:pt>
    <dgm:pt modelId="{118C3920-6AFF-453D-A313-C02C71C174EA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Spam Score</a:t>
          </a:r>
          <a:endParaRPr lang="en-IN" dirty="0">
            <a:solidFill>
              <a:srgbClr val="002060"/>
            </a:solidFill>
          </a:endParaRPr>
        </a:p>
      </dgm:t>
    </dgm:pt>
    <dgm:pt modelId="{2E0EB7BE-8161-418F-9312-62BE2778C4F0}" type="parTrans" cxnId="{E0012A49-C5EE-4F60-94D0-286841A8A6A4}">
      <dgm:prSet/>
      <dgm:spPr/>
      <dgm:t>
        <a:bodyPr/>
        <a:lstStyle/>
        <a:p>
          <a:endParaRPr lang="en-IN"/>
        </a:p>
      </dgm:t>
    </dgm:pt>
    <dgm:pt modelId="{0E815C6F-FA29-45D0-A842-158896F01C46}" type="sibTrans" cxnId="{E0012A49-C5EE-4F60-94D0-286841A8A6A4}">
      <dgm:prSet/>
      <dgm:spPr/>
      <dgm:t>
        <a:bodyPr/>
        <a:lstStyle/>
        <a:p>
          <a:endParaRPr lang="en-IN"/>
        </a:p>
      </dgm:t>
    </dgm:pt>
    <dgm:pt modelId="{316FD40A-55F2-4972-AED3-8B926FA25994}">
      <dgm:prSet phldrT="[Text]"/>
      <dgm:spPr/>
      <dgm:t>
        <a:bodyPr/>
        <a:lstStyle/>
        <a:p>
          <a:r>
            <a:rPr lang="en-US" dirty="0"/>
            <a:t>2810</a:t>
          </a:r>
          <a:endParaRPr lang="en-IN" dirty="0"/>
        </a:p>
      </dgm:t>
    </dgm:pt>
    <dgm:pt modelId="{1B3080C5-C48D-41E0-9039-0623D6B1225E}" type="parTrans" cxnId="{F73E9DB0-465F-4ECA-BFF9-05517B9FC31F}">
      <dgm:prSet/>
      <dgm:spPr/>
      <dgm:t>
        <a:bodyPr/>
        <a:lstStyle/>
        <a:p>
          <a:endParaRPr lang="en-IN"/>
        </a:p>
      </dgm:t>
    </dgm:pt>
    <dgm:pt modelId="{F6D0D6DF-957F-4FC9-8E2F-25768E6FB821}" type="sibTrans" cxnId="{F73E9DB0-465F-4ECA-BFF9-05517B9FC31F}">
      <dgm:prSet/>
      <dgm:spPr/>
      <dgm:t>
        <a:bodyPr/>
        <a:lstStyle/>
        <a:p>
          <a:endParaRPr lang="en-IN"/>
        </a:p>
      </dgm:t>
    </dgm:pt>
    <dgm:pt modelId="{63FFBAB0-5A45-43EA-9839-5EE16C8F5B35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Backlink</a:t>
          </a:r>
          <a:endParaRPr lang="en-IN" dirty="0">
            <a:solidFill>
              <a:srgbClr val="002060"/>
            </a:solidFill>
          </a:endParaRPr>
        </a:p>
      </dgm:t>
    </dgm:pt>
    <dgm:pt modelId="{7D15BC70-D43B-4198-B639-64045C12AE53}" type="parTrans" cxnId="{E26CC430-8B14-4CF5-89AE-2AA551FE2906}">
      <dgm:prSet/>
      <dgm:spPr/>
      <dgm:t>
        <a:bodyPr/>
        <a:lstStyle/>
        <a:p>
          <a:endParaRPr lang="en-IN"/>
        </a:p>
      </dgm:t>
    </dgm:pt>
    <dgm:pt modelId="{26274D93-AA74-4008-ACCB-16624437CC93}" type="sibTrans" cxnId="{E26CC430-8B14-4CF5-89AE-2AA551FE2906}">
      <dgm:prSet/>
      <dgm:spPr/>
      <dgm:t>
        <a:bodyPr/>
        <a:lstStyle/>
        <a:p>
          <a:endParaRPr lang="en-IN"/>
        </a:p>
      </dgm:t>
    </dgm:pt>
    <dgm:pt modelId="{BA6F5A5E-C8F1-4AEA-9BC6-E6C11EA87A3A}" type="pres">
      <dgm:prSet presAssocID="{1F30BD80-0FAB-43EB-818E-9C42934B3C3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A4204A1-E5E4-4858-8CF1-E6CBF22364C3}" type="pres">
      <dgm:prSet presAssocID="{1F30BD80-0FAB-43EB-818E-9C42934B3C36}" presName="children" presStyleCnt="0"/>
      <dgm:spPr/>
    </dgm:pt>
    <dgm:pt modelId="{10A4540F-D56C-4BF4-9C47-E929C1BEF664}" type="pres">
      <dgm:prSet presAssocID="{1F30BD80-0FAB-43EB-818E-9C42934B3C36}" presName="child1group" presStyleCnt="0"/>
      <dgm:spPr/>
    </dgm:pt>
    <dgm:pt modelId="{3F0412AF-0FAC-4D8D-BEEA-81A6B8FB8DBD}" type="pres">
      <dgm:prSet presAssocID="{1F30BD80-0FAB-43EB-818E-9C42934B3C36}" presName="child1" presStyleLbl="bgAcc1" presStyleIdx="0" presStyleCnt="4"/>
      <dgm:spPr/>
    </dgm:pt>
    <dgm:pt modelId="{2FA3AC65-C057-4832-BF8E-04E61D21C926}" type="pres">
      <dgm:prSet presAssocID="{1F30BD80-0FAB-43EB-818E-9C42934B3C36}" presName="child1Text" presStyleLbl="bgAcc1" presStyleIdx="0" presStyleCnt="4">
        <dgm:presLayoutVars>
          <dgm:bulletEnabled val="1"/>
        </dgm:presLayoutVars>
      </dgm:prSet>
      <dgm:spPr/>
    </dgm:pt>
    <dgm:pt modelId="{9186CE5D-F0A9-4A8B-ABEB-98AF067F52BD}" type="pres">
      <dgm:prSet presAssocID="{1F30BD80-0FAB-43EB-818E-9C42934B3C36}" presName="child2group" presStyleCnt="0"/>
      <dgm:spPr/>
    </dgm:pt>
    <dgm:pt modelId="{10FB13F9-B54B-4667-9084-06BFE780550A}" type="pres">
      <dgm:prSet presAssocID="{1F30BD80-0FAB-43EB-818E-9C42934B3C36}" presName="child2" presStyleLbl="bgAcc1" presStyleIdx="1" presStyleCnt="4"/>
      <dgm:spPr/>
    </dgm:pt>
    <dgm:pt modelId="{B267F739-670E-4BDD-892B-C1A7A56540CC}" type="pres">
      <dgm:prSet presAssocID="{1F30BD80-0FAB-43EB-818E-9C42934B3C36}" presName="child2Text" presStyleLbl="bgAcc1" presStyleIdx="1" presStyleCnt="4">
        <dgm:presLayoutVars>
          <dgm:bulletEnabled val="1"/>
        </dgm:presLayoutVars>
      </dgm:prSet>
      <dgm:spPr/>
    </dgm:pt>
    <dgm:pt modelId="{8CAE6D3C-A082-4D7E-8AB0-A665FFF53F9A}" type="pres">
      <dgm:prSet presAssocID="{1F30BD80-0FAB-43EB-818E-9C42934B3C36}" presName="child3group" presStyleCnt="0"/>
      <dgm:spPr/>
    </dgm:pt>
    <dgm:pt modelId="{5DF68973-D4D7-4325-859C-ACF79DB14ACA}" type="pres">
      <dgm:prSet presAssocID="{1F30BD80-0FAB-43EB-818E-9C42934B3C36}" presName="child3" presStyleLbl="bgAcc1" presStyleIdx="2" presStyleCnt="4"/>
      <dgm:spPr/>
    </dgm:pt>
    <dgm:pt modelId="{BDB0D833-9D0A-442B-AE13-92FDAE3B26F0}" type="pres">
      <dgm:prSet presAssocID="{1F30BD80-0FAB-43EB-818E-9C42934B3C36}" presName="child3Text" presStyleLbl="bgAcc1" presStyleIdx="2" presStyleCnt="4">
        <dgm:presLayoutVars>
          <dgm:bulletEnabled val="1"/>
        </dgm:presLayoutVars>
      </dgm:prSet>
      <dgm:spPr/>
    </dgm:pt>
    <dgm:pt modelId="{D980EAF4-7006-4925-87E3-1D8D20CC1B19}" type="pres">
      <dgm:prSet presAssocID="{1F30BD80-0FAB-43EB-818E-9C42934B3C36}" presName="child4group" presStyleCnt="0"/>
      <dgm:spPr/>
    </dgm:pt>
    <dgm:pt modelId="{0BA7CEC0-F58F-4874-8122-517C4E0C73F8}" type="pres">
      <dgm:prSet presAssocID="{1F30BD80-0FAB-43EB-818E-9C42934B3C36}" presName="child4" presStyleLbl="bgAcc1" presStyleIdx="3" presStyleCnt="4"/>
      <dgm:spPr/>
    </dgm:pt>
    <dgm:pt modelId="{74A4A540-3254-43D4-927C-B5BBB2A3F896}" type="pres">
      <dgm:prSet presAssocID="{1F30BD80-0FAB-43EB-818E-9C42934B3C36}" presName="child4Text" presStyleLbl="bgAcc1" presStyleIdx="3" presStyleCnt="4">
        <dgm:presLayoutVars>
          <dgm:bulletEnabled val="1"/>
        </dgm:presLayoutVars>
      </dgm:prSet>
      <dgm:spPr/>
    </dgm:pt>
    <dgm:pt modelId="{C6398DAD-D179-4FA5-9D91-E64932D6A815}" type="pres">
      <dgm:prSet presAssocID="{1F30BD80-0FAB-43EB-818E-9C42934B3C36}" presName="childPlaceholder" presStyleCnt="0"/>
      <dgm:spPr/>
    </dgm:pt>
    <dgm:pt modelId="{6441EB99-A674-458A-B79E-E5CED4F88216}" type="pres">
      <dgm:prSet presAssocID="{1F30BD80-0FAB-43EB-818E-9C42934B3C36}" presName="circle" presStyleCnt="0"/>
      <dgm:spPr/>
    </dgm:pt>
    <dgm:pt modelId="{CE54477D-96A3-4E5D-9867-869D7605860F}" type="pres">
      <dgm:prSet presAssocID="{1F30BD80-0FAB-43EB-818E-9C42934B3C3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CBCB29D-BA15-4803-830A-A56DC4C51754}" type="pres">
      <dgm:prSet presAssocID="{1F30BD80-0FAB-43EB-818E-9C42934B3C3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2D3C607-1B40-4403-BEBD-FFBCCA4EE6E0}" type="pres">
      <dgm:prSet presAssocID="{1F30BD80-0FAB-43EB-818E-9C42934B3C3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48D8ADE-7F2F-40E8-AF0F-24B6F25473C7}" type="pres">
      <dgm:prSet presAssocID="{1F30BD80-0FAB-43EB-818E-9C42934B3C3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C9EC86E-3990-48C9-87FA-69A7396B22EA}" type="pres">
      <dgm:prSet presAssocID="{1F30BD80-0FAB-43EB-818E-9C42934B3C36}" presName="quadrantPlaceholder" presStyleCnt="0"/>
      <dgm:spPr/>
    </dgm:pt>
    <dgm:pt modelId="{FFB8ED26-D17F-4CAB-8EEA-92EAE05BEE1C}" type="pres">
      <dgm:prSet presAssocID="{1F30BD80-0FAB-43EB-818E-9C42934B3C36}" presName="center1" presStyleLbl="fgShp" presStyleIdx="0" presStyleCnt="2" custFlipHor="0" custScaleX="8009"/>
      <dgm:spPr/>
    </dgm:pt>
    <dgm:pt modelId="{DA76B2B2-43ED-47D9-BE93-AE9DDA1FBE2D}" type="pres">
      <dgm:prSet presAssocID="{1F30BD80-0FAB-43EB-818E-9C42934B3C36}" presName="center2" presStyleLbl="fgShp" presStyleIdx="1" presStyleCnt="2" custScaleX="8009" custScaleY="21235"/>
      <dgm:spPr/>
    </dgm:pt>
  </dgm:ptLst>
  <dgm:cxnLst>
    <dgm:cxn modelId="{FB585500-CA83-49F2-8A43-993808EA0114}" type="presOf" srcId="{9C758186-0ED1-4BD7-8B5A-EFD016C1ACFF}" destId="{ECBCB29D-BA15-4803-830A-A56DC4C51754}" srcOrd="0" destOrd="0" presId="urn:microsoft.com/office/officeart/2005/8/layout/cycle4"/>
    <dgm:cxn modelId="{A5E08710-CD37-4325-B1BA-F3A1E1C3A166}" type="presOf" srcId="{118C3920-6AFF-453D-A313-C02C71C174EA}" destId="{BDB0D833-9D0A-442B-AE13-92FDAE3B26F0}" srcOrd="1" destOrd="0" presId="urn:microsoft.com/office/officeart/2005/8/layout/cycle4"/>
    <dgm:cxn modelId="{DE29BE13-3ACC-48C9-B3A1-293DDBB7A7AF}" type="presOf" srcId="{63FFBAB0-5A45-43EA-9839-5EE16C8F5B35}" destId="{74A4A540-3254-43D4-927C-B5BBB2A3F896}" srcOrd="1" destOrd="0" presId="urn:microsoft.com/office/officeart/2005/8/layout/cycle4"/>
    <dgm:cxn modelId="{CEBB1A20-568B-49CA-AF58-0CDB70BE35DD}" srcId="{1F30BD80-0FAB-43EB-818E-9C42934B3C36}" destId="{E577D78C-F848-4EEC-99F0-2DC391103259}" srcOrd="0" destOrd="0" parTransId="{B52376EB-DF46-4072-8219-ADEAB6DF6FC2}" sibTransId="{FD5D7555-D515-46EC-82B2-DE64B254405F}"/>
    <dgm:cxn modelId="{3C26E622-4AC4-4E19-BF25-44DFD379D4F9}" srcId="{1F30BD80-0FAB-43EB-818E-9C42934B3C36}" destId="{9C758186-0ED1-4BD7-8B5A-EFD016C1ACFF}" srcOrd="1" destOrd="0" parTransId="{A04FF222-E1E7-468F-B831-634C57121EAE}" sibTransId="{CC8CC1ED-893A-490A-A1B3-330CBEDFBBC9}"/>
    <dgm:cxn modelId="{5AC1B52B-F31D-46F9-ABBE-F113E83DBCC8}" type="presOf" srcId="{118C3920-6AFF-453D-A313-C02C71C174EA}" destId="{5DF68973-D4D7-4325-859C-ACF79DB14ACA}" srcOrd="0" destOrd="0" presId="urn:microsoft.com/office/officeart/2005/8/layout/cycle4"/>
    <dgm:cxn modelId="{E26CC430-8B14-4CF5-89AE-2AA551FE2906}" srcId="{316FD40A-55F2-4972-AED3-8B926FA25994}" destId="{63FFBAB0-5A45-43EA-9839-5EE16C8F5B35}" srcOrd="0" destOrd="0" parTransId="{7D15BC70-D43B-4198-B639-64045C12AE53}" sibTransId="{26274D93-AA74-4008-ACCB-16624437CC93}"/>
    <dgm:cxn modelId="{17578F32-10C8-45FC-8D04-596CBA1145C4}" type="presOf" srcId="{E5ED05D2-7B45-4E6C-8BBF-301CF98385FB}" destId="{B267F739-670E-4BDD-892B-C1A7A56540CC}" srcOrd="1" destOrd="0" presId="urn:microsoft.com/office/officeart/2005/8/layout/cycle4"/>
    <dgm:cxn modelId="{B23D1B3E-9C28-4181-B0C8-4C5052A27DA6}" srcId="{1F30BD80-0FAB-43EB-818E-9C42934B3C36}" destId="{21F80134-1D50-4171-95C2-06F207B239C8}" srcOrd="2" destOrd="0" parTransId="{A12C9546-1049-4705-9C49-DFFE11F8F7D0}" sibTransId="{95A03372-2BF3-4514-8589-1DBEC2E6256E}"/>
    <dgm:cxn modelId="{E0012A49-C5EE-4F60-94D0-286841A8A6A4}" srcId="{21F80134-1D50-4171-95C2-06F207B239C8}" destId="{118C3920-6AFF-453D-A313-C02C71C174EA}" srcOrd="0" destOrd="0" parTransId="{2E0EB7BE-8161-418F-9312-62BE2778C4F0}" sibTransId="{0E815C6F-FA29-45D0-A842-158896F01C46}"/>
    <dgm:cxn modelId="{CB98036E-372A-4F08-A5C9-998F7BAA6077}" type="presOf" srcId="{6D2553BF-99AB-4801-904F-DEF296C05A8F}" destId="{2FA3AC65-C057-4832-BF8E-04E61D21C926}" srcOrd="1" destOrd="0" presId="urn:microsoft.com/office/officeart/2005/8/layout/cycle4"/>
    <dgm:cxn modelId="{5336F44E-C5E8-40DD-9425-3B90F53FF0E3}" type="presOf" srcId="{E5ED05D2-7B45-4E6C-8BBF-301CF98385FB}" destId="{10FB13F9-B54B-4667-9084-06BFE780550A}" srcOrd="0" destOrd="0" presId="urn:microsoft.com/office/officeart/2005/8/layout/cycle4"/>
    <dgm:cxn modelId="{F12C7B9D-361A-44FA-B5C2-E2F2C259C02C}" srcId="{E577D78C-F848-4EEC-99F0-2DC391103259}" destId="{6D2553BF-99AB-4801-904F-DEF296C05A8F}" srcOrd="0" destOrd="0" parTransId="{3B3C34CC-3A8A-4A12-BE8E-BB2C881B6316}" sibTransId="{9A2C2608-FEC3-4098-853C-ED88BA3A99F5}"/>
    <dgm:cxn modelId="{F73E9DB0-465F-4ECA-BFF9-05517B9FC31F}" srcId="{1F30BD80-0FAB-43EB-818E-9C42934B3C36}" destId="{316FD40A-55F2-4972-AED3-8B926FA25994}" srcOrd="3" destOrd="0" parTransId="{1B3080C5-C48D-41E0-9039-0623D6B1225E}" sibTransId="{F6D0D6DF-957F-4FC9-8E2F-25768E6FB821}"/>
    <dgm:cxn modelId="{00EA40B7-EFB3-45C9-BFFF-543280B4AB92}" type="presOf" srcId="{E577D78C-F848-4EEC-99F0-2DC391103259}" destId="{CE54477D-96A3-4E5D-9867-869D7605860F}" srcOrd="0" destOrd="0" presId="urn:microsoft.com/office/officeart/2005/8/layout/cycle4"/>
    <dgm:cxn modelId="{F27973BC-E098-46B2-8A51-8C531E0D232B}" type="presOf" srcId="{21F80134-1D50-4171-95C2-06F207B239C8}" destId="{D2D3C607-1B40-4403-BEBD-FFBCCA4EE6E0}" srcOrd="0" destOrd="0" presId="urn:microsoft.com/office/officeart/2005/8/layout/cycle4"/>
    <dgm:cxn modelId="{0A92F5C2-1E4F-4E75-97E9-EBF6E7193189}" type="presOf" srcId="{6D2553BF-99AB-4801-904F-DEF296C05A8F}" destId="{3F0412AF-0FAC-4D8D-BEEA-81A6B8FB8DBD}" srcOrd="0" destOrd="0" presId="urn:microsoft.com/office/officeart/2005/8/layout/cycle4"/>
    <dgm:cxn modelId="{47B394DD-969F-423F-A340-2625F368092F}" type="presOf" srcId="{316FD40A-55F2-4972-AED3-8B926FA25994}" destId="{548D8ADE-7F2F-40E8-AF0F-24B6F25473C7}" srcOrd="0" destOrd="0" presId="urn:microsoft.com/office/officeart/2005/8/layout/cycle4"/>
    <dgm:cxn modelId="{92ADD3E1-27C2-430D-87D7-B9278E889297}" srcId="{9C758186-0ED1-4BD7-8B5A-EFD016C1ACFF}" destId="{E5ED05D2-7B45-4E6C-8BBF-301CF98385FB}" srcOrd="0" destOrd="0" parTransId="{E1733CDF-3F05-41DB-9F91-7A9BF1E51894}" sibTransId="{FDAB3ECD-C10D-4E86-AEBE-469643FF3116}"/>
    <dgm:cxn modelId="{46D004F9-E9E8-4C7C-94EB-C69B41DF750C}" type="presOf" srcId="{1F30BD80-0FAB-43EB-818E-9C42934B3C36}" destId="{BA6F5A5E-C8F1-4AEA-9BC6-E6C11EA87A3A}" srcOrd="0" destOrd="0" presId="urn:microsoft.com/office/officeart/2005/8/layout/cycle4"/>
    <dgm:cxn modelId="{8E6738FB-9EED-4085-852B-F8A7B9516E1A}" type="presOf" srcId="{63FFBAB0-5A45-43EA-9839-5EE16C8F5B35}" destId="{0BA7CEC0-F58F-4874-8122-517C4E0C73F8}" srcOrd="0" destOrd="0" presId="urn:microsoft.com/office/officeart/2005/8/layout/cycle4"/>
    <dgm:cxn modelId="{FADB285A-A74D-425B-B53C-D563FCEA6712}" type="presParOf" srcId="{BA6F5A5E-C8F1-4AEA-9BC6-E6C11EA87A3A}" destId="{4A4204A1-E5E4-4858-8CF1-E6CBF22364C3}" srcOrd="0" destOrd="0" presId="urn:microsoft.com/office/officeart/2005/8/layout/cycle4"/>
    <dgm:cxn modelId="{0DD93A86-AEEC-4D19-9E27-CBD3DA849FE4}" type="presParOf" srcId="{4A4204A1-E5E4-4858-8CF1-E6CBF22364C3}" destId="{10A4540F-D56C-4BF4-9C47-E929C1BEF664}" srcOrd="0" destOrd="0" presId="urn:microsoft.com/office/officeart/2005/8/layout/cycle4"/>
    <dgm:cxn modelId="{A484E6A1-47EF-4AA8-8643-AFCAE90CE86B}" type="presParOf" srcId="{10A4540F-D56C-4BF4-9C47-E929C1BEF664}" destId="{3F0412AF-0FAC-4D8D-BEEA-81A6B8FB8DBD}" srcOrd="0" destOrd="0" presId="urn:microsoft.com/office/officeart/2005/8/layout/cycle4"/>
    <dgm:cxn modelId="{75A29DA9-5E10-4FE4-BB7A-F8A1C701C677}" type="presParOf" srcId="{10A4540F-D56C-4BF4-9C47-E929C1BEF664}" destId="{2FA3AC65-C057-4832-BF8E-04E61D21C926}" srcOrd="1" destOrd="0" presId="urn:microsoft.com/office/officeart/2005/8/layout/cycle4"/>
    <dgm:cxn modelId="{39A6189D-D73B-4EB9-98C0-7C3E9338405C}" type="presParOf" srcId="{4A4204A1-E5E4-4858-8CF1-E6CBF22364C3}" destId="{9186CE5D-F0A9-4A8B-ABEB-98AF067F52BD}" srcOrd="1" destOrd="0" presId="urn:microsoft.com/office/officeart/2005/8/layout/cycle4"/>
    <dgm:cxn modelId="{DD7B4AF7-EB56-42A5-A934-7A6344A47200}" type="presParOf" srcId="{9186CE5D-F0A9-4A8B-ABEB-98AF067F52BD}" destId="{10FB13F9-B54B-4667-9084-06BFE780550A}" srcOrd="0" destOrd="0" presId="urn:microsoft.com/office/officeart/2005/8/layout/cycle4"/>
    <dgm:cxn modelId="{C117A894-360F-4459-AF53-484E135A28AE}" type="presParOf" srcId="{9186CE5D-F0A9-4A8B-ABEB-98AF067F52BD}" destId="{B267F739-670E-4BDD-892B-C1A7A56540CC}" srcOrd="1" destOrd="0" presId="urn:microsoft.com/office/officeart/2005/8/layout/cycle4"/>
    <dgm:cxn modelId="{389ABC97-37B2-4A3B-8479-B31D89239196}" type="presParOf" srcId="{4A4204A1-E5E4-4858-8CF1-E6CBF22364C3}" destId="{8CAE6D3C-A082-4D7E-8AB0-A665FFF53F9A}" srcOrd="2" destOrd="0" presId="urn:microsoft.com/office/officeart/2005/8/layout/cycle4"/>
    <dgm:cxn modelId="{3DDAFE30-4DC3-408C-A1FC-284AB1384380}" type="presParOf" srcId="{8CAE6D3C-A082-4D7E-8AB0-A665FFF53F9A}" destId="{5DF68973-D4D7-4325-859C-ACF79DB14ACA}" srcOrd="0" destOrd="0" presId="urn:microsoft.com/office/officeart/2005/8/layout/cycle4"/>
    <dgm:cxn modelId="{8DAF8D78-F813-4CB9-9D31-5A79A875A21B}" type="presParOf" srcId="{8CAE6D3C-A082-4D7E-8AB0-A665FFF53F9A}" destId="{BDB0D833-9D0A-442B-AE13-92FDAE3B26F0}" srcOrd="1" destOrd="0" presId="urn:microsoft.com/office/officeart/2005/8/layout/cycle4"/>
    <dgm:cxn modelId="{BF92B305-DFA1-4E16-9D22-62550E548923}" type="presParOf" srcId="{4A4204A1-E5E4-4858-8CF1-E6CBF22364C3}" destId="{D980EAF4-7006-4925-87E3-1D8D20CC1B19}" srcOrd="3" destOrd="0" presId="urn:microsoft.com/office/officeart/2005/8/layout/cycle4"/>
    <dgm:cxn modelId="{99BFE8C6-E571-4BAA-AC2D-FA745AEAAC20}" type="presParOf" srcId="{D980EAF4-7006-4925-87E3-1D8D20CC1B19}" destId="{0BA7CEC0-F58F-4874-8122-517C4E0C73F8}" srcOrd="0" destOrd="0" presId="urn:microsoft.com/office/officeart/2005/8/layout/cycle4"/>
    <dgm:cxn modelId="{8548C2FD-29BF-4039-A6AF-650368111F22}" type="presParOf" srcId="{D980EAF4-7006-4925-87E3-1D8D20CC1B19}" destId="{74A4A540-3254-43D4-927C-B5BBB2A3F896}" srcOrd="1" destOrd="0" presId="urn:microsoft.com/office/officeart/2005/8/layout/cycle4"/>
    <dgm:cxn modelId="{81BB9FA1-C2AC-4FC9-9AAF-D38F290A8A40}" type="presParOf" srcId="{4A4204A1-E5E4-4858-8CF1-E6CBF22364C3}" destId="{C6398DAD-D179-4FA5-9D91-E64932D6A815}" srcOrd="4" destOrd="0" presId="urn:microsoft.com/office/officeart/2005/8/layout/cycle4"/>
    <dgm:cxn modelId="{1A6254FC-4B29-4EBF-9C81-23DD9306BC5F}" type="presParOf" srcId="{BA6F5A5E-C8F1-4AEA-9BC6-E6C11EA87A3A}" destId="{6441EB99-A674-458A-B79E-E5CED4F88216}" srcOrd="1" destOrd="0" presId="urn:microsoft.com/office/officeart/2005/8/layout/cycle4"/>
    <dgm:cxn modelId="{68A5ECEC-B178-4B7A-BA5F-CB482A3B6944}" type="presParOf" srcId="{6441EB99-A674-458A-B79E-E5CED4F88216}" destId="{CE54477D-96A3-4E5D-9867-869D7605860F}" srcOrd="0" destOrd="0" presId="urn:microsoft.com/office/officeart/2005/8/layout/cycle4"/>
    <dgm:cxn modelId="{DD661FC0-F856-42A3-9930-5F0FB50E424E}" type="presParOf" srcId="{6441EB99-A674-458A-B79E-E5CED4F88216}" destId="{ECBCB29D-BA15-4803-830A-A56DC4C51754}" srcOrd="1" destOrd="0" presId="urn:microsoft.com/office/officeart/2005/8/layout/cycle4"/>
    <dgm:cxn modelId="{1BFF1656-024B-4887-A494-78A9E7D82303}" type="presParOf" srcId="{6441EB99-A674-458A-B79E-E5CED4F88216}" destId="{D2D3C607-1B40-4403-BEBD-FFBCCA4EE6E0}" srcOrd="2" destOrd="0" presId="urn:microsoft.com/office/officeart/2005/8/layout/cycle4"/>
    <dgm:cxn modelId="{7148E7FB-5ED9-4259-815A-E5D6069426F5}" type="presParOf" srcId="{6441EB99-A674-458A-B79E-E5CED4F88216}" destId="{548D8ADE-7F2F-40E8-AF0F-24B6F25473C7}" srcOrd="3" destOrd="0" presId="urn:microsoft.com/office/officeart/2005/8/layout/cycle4"/>
    <dgm:cxn modelId="{73919F8B-C465-4EAF-8B19-A4D6105D467D}" type="presParOf" srcId="{6441EB99-A674-458A-B79E-E5CED4F88216}" destId="{4C9EC86E-3990-48C9-87FA-69A7396B22EA}" srcOrd="4" destOrd="0" presId="urn:microsoft.com/office/officeart/2005/8/layout/cycle4"/>
    <dgm:cxn modelId="{920B3919-6EAC-49E7-A91E-2B5735956CAE}" type="presParOf" srcId="{BA6F5A5E-C8F1-4AEA-9BC6-E6C11EA87A3A}" destId="{FFB8ED26-D17F-4CAB-8EEA-92EAE05BEE1C}" srcOrd="2" destOrd="0" presId="urn:microsoft.com/office/officeart/2005/8/layout/cycle4"/>
    <dgm:cxn modelId="{F7AA3E3D-77AE-432F-B825-A21B2B981330}" type="presParOf" srcId="{BA6F5A5E-C8F1-4AEA-9BC6-E6C11EA87A3A}" destId="{DA76B2B2-43ED-47D9-BE93-AE9DDA1FBE2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30BD80-0FAB-43EB-818E-9C42934B3C36}" type="doc">
      <dgm:prSet loTypeId="urn:microsoft.com/office/officeart/2005/8/layout/cycle4" loCatId="matrix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E577D78C-F848-4EEC-99F0-2DC391103259}">
      <dgm:prSet phldrT="[Text]"/>
      <dgm:spPr/>
      <dgm:t>
        <a:bodyPr/>
        <a:lstStyle/>
        <a:p>
          <a:r>
            <a:rPr lang="en-US" dirty="0"/>
            <a:t>9</a:t>
          </a:r>
          <a:endParaRPr lang="en-IN" dirty="0"/>
        </a:p>
      </dgm:t>
    </dgm:pt>
    <dgm:pt modelId="{B52376EB-DF46-4072-8219-ADEAB6DF6FC2}" type="parTrans" cxnId="{CEBB1A20-568B-49CA-AF58-0CDB70BE35DD}">
      <dgm:prSet/>
      <dgm:spPr/>
      <dgm:t>
        <a:bodyPr/>
        <a:lstStyle/>
        <a:p>
          <a:endParaRPr lang="en-IN"/>
        </a:p>
      </dgm:t>
    </dgm:pt>
    <dgm:pt modelId="{FD5D7555-D515-46EC-82B2-DE64B254405F}" type="sibTrans" cxnId="{CEBB1A20-568B-49CA-AF58-0CDB70BE35DD}">
      <dgm:prSet/>
      <dgm:spPr/>
      <dgm:t>
        <a:bodyPr/>
        <a:lstStyle/>
        <a:p>
          <a:endParaRPr lang="en-IN"/>
        </a:p>
      </dgm:t>
    </dgm:pt>
    <dgm:pt modelId="{6D2553BF-99AB-4801-904F-DEF296C05A8F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DA</a:t>
          </a:r>
          <a:endParaRPr lang="en-IN" dirty="0">
            <a:solidFill>
              <a:srgbClr val="002060"/>
            </a:solidFill>
          </a:endParaRPr>
        </a:p>
      </dgm:t>
    </dgm:pt>
    <dgm:pt modelId="{3B3C34CC-3A8A-4A12-BE8E-BB2C881B6316}" type="parTrans" cxnId="{F12C7B9D-361A-44FA-B5C2-E2F2C259C02C}">
      <dgm:prSet/>
      <dgm:spPr/>
      <dgm:t>
        <a:bodyPr/>
        <a:lstStyle/>
        <a:p>
          <a:endParaRPr lang="en-IN"/>
        </a:p>
      </dgm:t>
    </dgm:pt>
    <dgm:pt modelId="{9A2C2608-FEC3-4098-853C-ED88BA3A99F5}" type="sibTrans" cxnId="{F12C7B9D-361A-44FA-B5C2-E2F2C259C02C}">
      <dgm:prSet/>
      <dgm:spPr/>
      <dgm:t>
        <a:bodyPr/>
        <a:lstStyle/>
        <a:p>
          <a:endParaRPr lang="en-IN"/>
        </a:p>
      </dgm:t>
    </dgm:pt>
    <dgm:pt modelId="{9C758186-0ED1-4BD7-8B5A-EFD016C1ACFF}">
      <dgm:prSet phldrT="[Text]"/>
      <dgm:spPr/>
      <dgm:t>
        <a:bodyPr/>
        <a:lstStyle/>
        <a:p>
          <a:r>
            <a:rPr lang="en-US" dirty="0"/>
            <a:t>23</a:t>
          </a:r>
          <a:endParaRPr lang="en-IN" dirty="0"/>
        </a:p>
      </dgm:t>
    </dgm:pt>
    <dgm:pt modelId="{A04FF222-E1E7-468F-B831-634C57121EAE}" type="parTrans" cxnId="{3C26E622-4AC4-4E19-BF25-44DFD379D4F9}">
      <dgm:prSet/>
      <dgm:spPr/>
      <dgm:t>
        <a:bodyPr/>
        <a:lstStyle/>
        <a:p>
          <a:endParaRPr lang="en-IN"/>
        </a:p>
      </dgm:t>
    </dgm:pt>
    <dgm:pt modelId="{CC8CC1ED-893A-490A-A1B3-330CBEDFBBC9}" type="sibTrans" cxnId="{3C26E622-4AC4-4E19-BF25-44DFD379D4F9}">
      <dgm:prSet/>
      <dgm:spPr/>
      <dgm:t>
        <a:bodyPr/>
        <a:lstStyle/>
        <a:p>
          <a:endParaRPr lang="en-IN"/>
        </a:p>
      </dgm:t>
    </dgm:pt>
    <dgm:pt modelId="{E5ED05D2-7B45-4E6C-8BBF-301CF98385FB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PA</a:t>
          </a:r>
          <a:endParaRPr lang="en-IN" dirty="0">
            <a:solidFill>
              <a:srgbClr val="002060"/>
            </a:solidFill>
          </a:endParaRPr>
        </a:p>
      </dgm:t>
    </dgm:pt>
    <dgm:pt modelId="{E1733CDF-3F05-41DB-9F91-7A9BF1E51894}" type="parTrans" cxnId="{92ADD3E1-27C2-430D-87D7-B9278E889297}">
      <dgm:prSet/>
      <dgm:spPr/>
      <dgm:t>
        <a:bodyPr/>
        <a:lstStyle/>
        <a:p>
          <a:endParaRPr lang="en-IN"/>
        </a:p>
      </dgm:t>
    </dgm:pt>
    <dgm:pt modelId="{FDAB3ECD-C10D-4E86-AEBE-469643FF3116}" type="sibTrans" cxnId="{92ADD3E1-27C2-430D-87D7-B9278E889297}">
      <dgm:prSet/>
      <dgm:spPr/>
      <dgm:t>
        <a:bodyPr/>
        <a:lstStyle/>
        <a:p>
          <a:endParaRPr lang="en-IN"/>
        </a:p>
      </dgm:t>
    </dgm:pt>
    <dgm:pt modelId="{21F80134-1D50-4171-95C2-06F207B239C8}">
      <dgm:prSet phldrT="[Text]"/>
      <dgm:spPr/>
      <dgm:t>
        <a:bodyPr/>
        <a:lstStyle/>
        <a:p>
          <a:r>
            <a:rPr lang="en-US" dirty="0"/>
            <a:t>1</a:t>
          </a:r>
          <a:endParaRPr lang="en-IN" dirty="0"/>
        </a:p>
      </dgm:t>
    </dgm:pt>
    <dgm:pt modelId="{A12C9546-1049-4705-9C49-DFFE11F8F7D0}" type="parTrans" cxnId="{B23D1B3E-9C28-4181-B0C8-4C5052A27DA6}">
      <dgm:prSet/>
      <dgm:spPr/>
      <dgm:t>
        <a:bodyPr/>
        <a:lstStyle/>
        <a:p>
          <a:endParaRPr lang="en-IN"/>
        </a:p>
      </dgm:t>
    </dgm:pt>
    <dgm:pt modelId="{95A03372-2BF3-4514-8589-1DBEC2E6256E}" type="sibTrans" cxnId="{B23D1B3E-9C28-4181-B0C8-4C5052A27DA6}">
      <dgm:prSet/>
      <dgm:spPr/>
      <dgm:t>
        <a:bodyPr/>
        <a:lstStyle/>
        <a:p>
          <a:endParaRPr lang="en-IN"/>
        </a:p>
      </dgm:t>
    </dgm:pt>
    <dgm:pt modelId="{118C3920-6AFF-453D-A313-C02C71C174EA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Spam Score</a:t>
          </a:r>
          <a:endParaRPr lang="en-IN" dirty="0">
            <a:solidFill>
              <a:srgbClr val="002060"/>
            </a:solidFill>
          </a:endParaRPr>
        </a:p>
      </dgm:t>
    </dgm:pt>
    <dgm:pt modelId="{2E0EB7BE-8161-418F-9312-62BE2778C4F0}" type="parTrans" cxnId="{E0012A49-C5EE-4F60-94D0-286841A8A6A4}">
      <dgm:prSet/>
      <dgm:spPr/>
      <dgm:t>
        <a:bodyPr/>
        <a:lstStyle/>
        <a:p>
          <a:endParaRPr lang="en-IN"/>
        </a:p>
      </dgm:t>
    </dgm:pt>
    <dgm:pt modelId="{0E815C6F-FA29-45D0-A842-158896F01C46}" type="sibTrans" cxnId="{E0012A49-C5EE-4F60-94D0-286841A8A6A4}">
      <dgm:prSet/>
      <dgm:spPr/>
      <dgm:t>
        <a:bodyPr/>
        <a:lstStyle/>
        <a:p>
          <a:endParaRPr lang="en-IN"/>
        </a:p>
      </dgm:t>
    </dgm:pt>
    <dgm:pt modelId="{316FD40A-55F2-4972-AED3-8B926FA25994}">
      <dgm:prSet phldrT="[Text]"/>
      <dgm:spPr/>
      <dgm:t>
        <a:bodyPr/>
        <a:lstStyle/>
        <a:p>
          <a:r>
            <a:rPr lang="en-US" dirty="0"/>
            <a:t>2880</a:t>
          </a:r>
          <a:endParaRPr lang="en-IN" dirty="0"/>
        </a:p>
      </dgm:t>
    </dgm:pt>
    <dgm:pt modelId="{1B3080C5-C48D-41E0-9039-0623D6B1225E}" type="parTrans" cxnId="{F73E9DB0-465F-4ECA-BFF9-05517B9FC31F}">
      <dgm:prSet/>
      <dgm:spPr/>
      <dgm:t>
        <a:bodyPr/>
        <a:lstStyle/>
        <a:p>
          <a:endParaRPr lang="en-IN"/>
        </a:p>
      </dgm:t>
    </dgm:pt>
    <dgm:pt modelId="{F6D0D6DF-957F-4FC9-8E2F-25768E6FB821}" type="sibTrans" cxnId="{F73E9DB0-465F-4ECA-BFF9-05517B9FC31F}">
      <dgm:prSet/>
      <dgm:spPr/>
      <dgm:t>
        <a:bodyPr/>
        <a:lstStyle/>
        <a:p>
          <a:endParaRPr lang="en-IN"/>
        </a:p>
      </dgm:t>
    </dgm:pt>
    <dgm:pt modelId="{63FFBAB0-5A45-43EA-9839-5EE16C8F5B35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Backlink</a:t>
          </a:r>
          <a:endParaRPr lang="en-IN" dirty="0">
            <a:solidFill>
              <a:srgbClr val="002060"/>
            </a:solidFill>
          </a:endParaRPr>
        </a:p>
      </dgm:t>
    </dgm:pt>
    <dgm:pt modelId="{7D15BC70-D43B-4198-B639-64045C12AE53}" type="parTrans" cxnId="{E26CC430-8B14-4CF5-89AE-2AA551FE2906}">
      <dgm:prSet/>
      <dgm:spPr/>
      <dgm:t>
        <a:bodyPr/>
        <a:lstStyle/>
        <a:p>
          <a:endParaRPr lang="en-IN"/>
        </a:p>
      </dgm:t>
    </dgm:pt>
    <dgm:pt modelId="{26274D93-AA74-4008-ACCB-16624437CC93}" type="sibTrans" cxnId="{E26CC430-8B14-4CF5-89AE-2AA551FE2906}">
      <dgm:prSet/>
      <dgm:spPr/>
      <dgm:t>
        <a:bodyPr/>
        <a:lstStyle/>
        <a:p>
          <a:endParaRPr lang="en-IN"/>
        </a:p>
      </dgm:t>
    </dgm:pt>
    <dgm:pt modelId="{BA6F5A5E-C8F1-4AEA-9BC6-E6C11EA87A3A}" type="pres">
      <dgm:prSet presAssocID="{1F30BD80-0FAB-43EB-818E-9C42934B3C3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A4204A1-E5E4-4858-8CF1-E6CBF22364C3}" type="pres">
      <dgm:prSet presAssocID="{1F30BD80-0FAB-43EB-818E-9C42934B3C36}" presName="children" presStyleCnt="0"/>
      <dgm:spPr/>
    </dgm:pt>
    <dgm:pt modelId="{10A4540F-D56C-4BF4-9C47-E929C1BEF664}" type="pres">
      <dgm:prSet presAssocID="{1F30BD80-0FAB-43EB-818E-9C42934B3C36}" presName="child1group" presStyleCnt="0"/>
      <dgm:spPr/>
    </dgm:pt>
    <dgm:pt modelId="{3F0412AF-0FAC-4D8D-BEEA-81A6B8FB8DBD}" type="pres">
      <dgm:prSet presAssocID="{1F30BD80-0FAB-43EB-818E-9C42934B3C36}" presName="child1" presStyleLbl="bgAcc1" presStyleIdx="0" presStyleCnt="4"/>
      <dgm:spPr/>
    </dgm:pt>
    <dgm:pt modelId="{2FA3AC65-C057-4832-BF8E-04E61D21C926}" type="pres">
      <dgm:prSet presAssocID="{1F30BD80-0FAB-43EB-818E-9C42934B3C36}" presName="child1Text" presStyleLbl="bgAcc1" presStyleIdx="0" presStyleCnt="4">
        <dgm:presLayoutVars>
          <dgm:bulletEnabled val="1"/>
        </dgm:presLayoutVars>
      </dgm:prSet>
      <dgm:spPr/>
    </dgm:pt>
    <dgm:pt modelId="{9186CE5D-F0A9-4A8B-ABEB-98AF067F52BD}" type="pres">
      <dgm:prSet presAssocID="{1F30BD80-0FAB-43EB-818E-9C42934B3C36}" presName="child2group" presStyleCnt="0"/>
      <dgm:spPr/>
    </dgm:pt>
    <dgm:pt modelId="{10FB13F9-B54B-4667-9084-06BFE780550A}" type="pres">
      <dgm:prSet presAssocID="{1F30BD80-0FAB-43EB-818E-9C42934B3C36}" presName="child2" presStyleLbl="bgAcc1" presStyleIdx="1" presStyleCnt="4"/>
      <dgm:spPr/>
    </dgm:pt>
    <dgm:pt modelId="{B267F739-670E-4BDD-892B-C1A7A56540CC}" type="pres">
      <dgm:prSet presAssocID="{1F30BD80-0FAB-43EB-818E-9C42934B3C36}" presName="child2Text" presStyleLbl="bgAcc1" presStyleIdx="1" presStyleCnt="4">
        <dgm:presLayoutVars>
          <dgm:bulletEnabled val="1"/>
        </dgm:presLayoutVars>
      </dgm:prSet>
      <dgm:spPr/>
    </dgm:pt>
    <dgm:pt modelId="{8CAE6D3C-A082-4D7E-8AB0-A665FFF53F9A}" type="pres">
      <dgm:prSet presAssocID="{1F30BD80-0FAB-43EB-818E-9C42934B3C36}" presName="child3group" presStyleCnt="0"/>
      <dgm:spPr/>
    </dgm:pt>
    <dgm:pt modelId="{5DF68973-D4D7-4325-859C-ACF79DB14ACA}" type="pres">
      <dgm:prSet presAssocID="{1F30BD80-0FAB-43EB-818E-9C42934B3C36}" presName="child3" presStyleLbl="bgAcc1" presStyleIdx="2" presStyleCnt="4"/>
      <dgm:spPr/>
    </dgm:pt>
    <dgm:pt modelId="{BDB0D833-9D0A-442B-AE13-92FDAE3B26F0}" type="pres">
      <dgm:prSet presAssocID="{1F30BD80-0FAB-43EB-818E-9C42934B3C36}" presName="child3Text" presStyleLbl="bgAcc1" presStyleIdx="2" presStyleCnt="4">
        <dgm:presLayoutVars>
          <dgm:bulletEnabled val="1"/>
        </dgm:presLayoutVars>
      </dgm:prSet>
      <dgm:spPr/>
    </dgm:pt>
    <dgm:pt modelId="{D980EAF4-7006-4925-87E3-1D8D20CC1B19}" type="pres">
      <dgm:prSet presAssocID="{1F30BD80-0FAB-43EB-818E-9C42934B3C36}" presName="child4group" presStyleCnt="0"/>
      <dgm:spPr/>
    </dgm:pt>
    <dgm:pt modelId="{0BA7CEC0-F58F-4874-8122-517C4E0C73F8}" type="pres">
      <dgm:prSet presAssocID="{1F30BD80-0FAB-43EB-818E-9C42934B3C36}" presName="child4" presStyleLbl="bgAcc1" presStyleIdx="3" presStyleCnt="4"/>
      <dgm:spPr/>
    </dgm:pt>
    <dgm:pt modelId="{74A4A540-3254-43D4-927C-B5BBB2A3F896}" type="pres">
      <dgm:prSet presAssocID="{1F30BD80-0FAB-43EB-818E-9C42934B3C36}" presName="child4Text" presStyleLbl="bgAcc1" presStyleIdx="3" presStyleCnt="4">
        <dgm:presLayoutVars>
          <dgm:bulletEnabled val="1"/>
        </dgm:presLayoutVars>
      </dgm:prSet>
      <dgm:spPr/>
    </dgm:pt>
    <dgm:pt modelId="{C6398DAD-D179-4FA5-9D91-E64932D6A815}" type="pres">
      <dgm:prSet presAssocID="{1F30BD80-0FAB-43EB-818E-9C42934B3C36}" presName="childPlaceholder" presStyleCnt="0"/>
      <dgm:spPr/>
    </dgm:pt>
    <dgm:pt modelId="{6441EB99-A674-458A-B79E-E5CED4F88216}" type="pres">
      <dgm:prSet presAssocID="{1F30BD80-0FAB-43EB-818E-9C42934B3C36}" presName="circle" presStyleCnt="0"/>
      <dgm:spPr/>
    </dgm:pt>
    <dgm:pt modelId="{CE54477D-96A3-4E5D-9867-869D7605860F}" type="pres">
      <dgm:prSet presAssocID="{1F30BD80-0FAB-43EB-818E-9C42934B3C3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CBCB29D-BA15-4803-830A-A56DC4C51754}" type="pres">
      <dgm:prSet presAssocID="{1F30BD80-0FAB-43EB-818E-9C42934B3C3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2D3C607-1B40-4403-BEBD-FFBCCA4EE6E0}" type="pres">
      <dgm:prSet presAssocID="{1F30BD80-0FAB-43EB-818E-9C42934B3C3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48D8ADE-7F2F-40E8-AF0F-24B6F25473C7}" type="pres">
      <dgm:prSet presAssocID="{1F30BD80-0FAB-43EB-818E-9C42934B3C3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C9EC86E-3990-48C9-87FA-69A7396B22EA}" type="pres">
      <dgm:prSet presAssocID="{1F30BD80-0FAB-43EB-818E-9C42934B3C36}" presName="quadrantPlaceholder" presStyleCnt="0"/>
      <dgm:spPr/>
    </dgm:pt>
    <dgm:pt modelId="{FFB8ED26-D17F-4CAB-8EEA-92EAE05BEE1C}" type="pres">
      <dgm:prSet presAssocID="{1F30BD80-0FAB-43EB-818E-9C42934B3C36}" presName="center1" presStyleLbl="fgShp" presStyleIdx="0" presStyleCnt="2" custFlipHor="0" custScaleX="8009"/>
      <dgm:spPr/>
    </dgm:pt>
    <dgm:pt modelId="{DA76B2B2-43ED-47D9-BE93-AE9DDA1FBE2D}" type="pres">
      <dgm:prSet presAssocID="{1F30BD80-0FAB-43EB-818E-9C42934B3C36}" presName="center2" presStyleLbl="fgShp" presStyleIdx="1" presStyleCnt="2" custScaleX="8009" custScaleY="21235"/>
      <dgm:spPr/>
    </dgm:pt>
  </dgm:ptLst>
  <dgm:cxnLst>
    <dgm:cxn modelId="{FB585500-CA83-49F2-8A43-993808EA0114}" type="presOf" srcId="{9C758186-0ED1-4BD7-8B5A-EFD016C1ACFF}" destId="{ECBCB29D-BA15-4803-830A-A56DC4C51754}" srcOrd="0" destOrd="0" presId="urn:microsoft.com/office/officeart/2005/8/layout/cycle4"/>
    <dgm:cxn modelId="{A5E08710-CD37-4325-B1BA-F3A1E1C3A166}" type="presOf" srcId="{118C3920-6AFF-453D-A313-C02C71C174EA}" destId="{BDB0D833-9D0A-442B-AE13-92FDAE3B26F0}" srcOrd="1" destOrd="0" presId="urn:microsoft.com/office/officeart/2005/8/layout/cycle4"/>
    <dgm:cxn modelId="{DE29BE13-3ACC-48C9-B3A1-293DDBB7A7AF}" type="presOf" srcId="{63FFBAB0-5A45-43EA-9839-5EE16C8F5B35}" destId="{74A4A540-3254-43D4-927C-B5BBB2A3F896}" srcOrd="1" destOrd="0" presId="urn:microsoft.com/office/officeart/2005/8/layout/cycle4"/>
    <dgm:cxn modelId="{CEBB1A20-568B-49CA-AF58-0CDB70BE35DD}" srcId="{1F30BD80-0FAB-43EB-818E-9C42934B3C36}" destId="{E577D78C-F848-4EEC-99F0-2DC391103259}" srcOrd="0" destOrd="0" parTransId="{B52376EB-DF46-4072-8219-ADEAB6DF6FC2}" sibTransId="{FD5D7555-D515-46EC-82B2-DE64B254405F}"/>
    <dgm:cxn modelId="{3C26E622-4AC4-4E19-BF25-44DFD379D4F9}" srcId="{1F30BD80-0FAB-43EB-818E-9C42934B3C36}" destId="{9C758186-0ED1-4BD7-8B5A-EFD016C1ACFF}" srcOrd="1" destOrd="0" parTransId="{A04FF222-E1E7-468F-B831-634C57121EAE}" sibTransId="{CC8CC1ED-893A-490A-A1B3-330CBEDFBBC9}"/>
    <dgm:cxn modelId="{5AC1B52B-F31D-46F9-ABBE-F113E83DBCC8}" type="presOf" srcId="{118C3920-6AFF-453D-A313-C02C71C174EA}" destId="{5DF68973-D4D7-4325-859C-ACF79DB14ACA}" srcOrd="0" destOrd="0" presId="urn:microsoft.com/office/officeart/2005/8/layout/cycle4"/>
    <dgm:cxn modelId="{E26CC430-8B14-4CF5-89AE-2AA551FE2906}" srcId="{316FD40A-55F2-4972-AED3-8B926FA25994}" destId="{63FFBAB0-5A45-43EA-9839-5EE16C8F5B35}" srcOrd="0" destOrd="0" parTransId="{7D15BC70-D43B-4198-B639-64045C12AE53}" sibTransId="{26274D93-AA74-4008-ACCB-16624437CC93}"/>
    <dgm:cxn modelId="{17578F32-10C8-45FC-8D04-596CBA1145C4}" type="presOf" srcId="{E5ED05D2-7B45-4E6C-8BBF-301CF98385FB}" destId="{B267F739-670E-4BDD-892B-C1A7A56540CC}" srcOrd="1" destOrd="0" presId="urn:microsoft.com/office/officeart/2005/8/layout/cycle4"/>
    <dgm:cxn modelId="{B23D1B3E-9C28-4181-B0C8-4C5052A27DA6}" srcId="{1F30BD80-0FAB-43EB-818E-9C42934B3C36}" destId="{21F80134-1D50-4171-95C2-06F207B239C8}" srcOrd="2" destOrd="0" parTransId="{A12C9546-1049-4705-9C49-DFFE11F8F7D0}" sibTransId="{95A03372-2BF3-4514-8589-1DBEC2E6256E}"/>
    <dgm:cxn modelId="{E0012A49-C5EE-4F60-94D0-286841A8A6A4}" srcId="{21F80134-1D50-4171-95C2-06F207B239C8}" destId="{118C3920-6AFF-453D-A313-C02C71C174EA}" srcOrd="0" destOrd="0" parTransId="{2E0EB7BE-8161-418F-9312-62BE2778C4F0}" sibTransId="{0E815C6F-FA29-45D0-A842-158896F01C46}"/>
    <dgm:cxn modelId="{CB98036E-372A-4F08-A5C9-998F7BAA6077}" type="presOf" srcId="{6D2553BF-99AB-4801-904F-DEF296C05A8F}" destId="{2FA3AC65-C057-4832-BF8E-04E61D21C926}" srcOrd="1" destOrd="0" presId="urn:microsoft.com/office/officeart/2005/8/layout/cycle4"/>
    <dgm:cxn modelId="{5336F44E-C5E8-40DD-9425-3B90F53FF0E3}" type="presOf" srcId="{E5ED05D2-7B45-4E6C-8BBF-301CF98385FB}" destId="{10FB13F9-B54B-4667-9084-06BFE780550A}" srcOrd="0" destOrd="0" presId="urn:microsoft.com/office/officeart/2005/8/layout/cycle4"/>
    <dgm:cxn modelId="{F12C7B9D-361A-44FA-B5C2-E2F2C259C02C}" srcId="{E577D78C-F848-4EEC-99F0-2DC391103259}" destId="{6D2553BF-99AB-4801-904F-DEF296C05A8F}" srcOrd="0" destOrd="0" parTransId="{3B3C34CC-3A8A-4A12-BE8E-BB2C881B6316}" sibTransId="{9A2C2608-FEC3-4098-853C-ED88BA3A99F5}"/>
    <dgm:cxn modelId="{F73E9DB0-465F-4ECA-BFF9-05517B9FC31F}" srcId="{1F30BD80-0FAB-43EB-818E-9C42934B3C36}" destId="{316FD40A-55F2-4972-AED3-8B926FA25994}" srcOrd="3" destOrd="0" parTransId="{1B3080C5-C48D-41E0-9039-0623D6B1225E}" sibTransId="{F6D0D6DF-957F-4FC9-8E2F-25768E6FB821}"/>
    <dgm:cxn modelId="{00EA40B7-EFB3-45C9-BFFF-543280B4AB92}" type="presOf" srcId="{E577D78C-F848-4EEC-99F0-2DC391103259}" destId="{CE54477D-96A3-4E5D-9867-869D7605860F}" srcOrd="0" destOrd="0" presId="urn:microsoft.com/office/officeart/2005/8/layout/cycle4"/>
    <dgm:cxn modelId="{F27973BC-E098-46B2-8A51-8C531E0D232B}" type="presOf" srcId="{21F80134-1D50-4171-95C2-06F207B239C8}" destId="{D2D3C607-1B40-4403-BEBD-FFBCCA4EE6E0}" srcOrd="0" destOrd="0" presId="urn:microsoft.com/office/officeart/2005/8/layout/cycle4"/>
    <dgm:cxn modelId="{0A92F5C2-1E4F-4E75-97E9-EBF6E7193189}" type="presOf" srcId="{6D2553BF-99AB-4801-904F-DEF296C05A8F}" destId="{3F0412AF-0FAC-4D8D-BEEA-81A6B8FB8DBD}" srcOrd="0" destOrd="0" presId="urn:microsoft.com/office/officeart/2005/8/layout/cycle4"/>
    <dgm:cxn modelId="{47B394DD-969F-423F-A340-2625F368092F}" type="presOf" srcId="{316FD40A-55F2-4972-AED3-8B926FA25994}" destId="{548D8ADE-7F2F-40E8-AF0F-24B6F25473C7}" srcOrd="0" destOrd="0" presId="urn:microsoft.com/office/officeart/2005/8/layout/cycle4"/>
    <dgm:cxn modelId="{92ADD3E1-27C2-430D-87D7-B9278E889297}" srcId="{9C758186-0ED1-4BD7-8B5A-EFD016C1ACFF}" destId="{E5ED05D2-7B45-4E6C-8BBF-301CF98385FB}" srcOrd="0" destOrd="0" parTransId="{E1733CDF-3F05-41DB-9F91-7A9BF1E51894}" sibTransId="{FDAB3ECD-C10D-4E86-AEBE-469643FF3116}"/>
    <dgm:cxn modelId="{46D004F9-E9E8-4C7C-94EB-C69B41DF750C}" type="presOf" srcId="{1F30BD80-0FAB-43EB-818E-9C42934B3C36}" destId="{BA6F5A5E-C8F1-4AEA-9BC6-E6C11EA87A3A}" srcOrd="0" destOrd="0" presId="urn:microsoft.com/office/officeart/2005/8/layout/cycle4"/>
    <dgm:cxn modelId="{8E6738FB-9EED-4085-852B-F8A7B9516E1A}" type="presOf" srcId="{63FFBAB0-5A45-43EA-9839-5EE16C8F5B35}" destId="{0BA7CEC0-F58F-4874-8122-517C4E0C73F8}" srcOrd="0" destOrd="0" presId="urn:microsoft.com/office/officeart/2005/8/layout/cycle4"/>
    <dgm:cxn modelId="{FADB285A-A74D-425B-B53C-D563FCEA6712}" type="presParOf" srcId="{BA6F5A5E-C8F1-4AEA-9BC6-E6C11EA87A3A}" destId="{4A4204A1-E5E4-4858-8CF1-E6CBF22364C3}" srcOrd="0" destOrd="0" presId="urn:microsoft.com/office/officeart/2005/8/layout/cycle4"/>
    <dgm:cxn modelId="{0DD93A86-AEEC-4D19-9E27-CBD3DA849FE4}" type="presParOf" srcId="{4A4204A1-E5E4-4858-8CF1-E6CBF22364C3}" destId="{10A4540F-D56C-4BF4-9C47-E929C1BEF664}" srcOrd="0" destOrd="0" presId="urn:microsoft.com/office/officeart/2005/8/layout/cycle4"/>
    <dgm:cxn modelId="{A484E6A1-47EF-4AA8-8643-AFCAE90CE86B}" type="presParOf" srcId="{10A4540F-D56C-4BF4-9C47-E929C1BEF664}" destId="{3F0412AF-0FAC-4D8D-BEEA-81A6B8FB8DBD}" srcOrd="0" destOrd="0" presId="urn:microsoft.com/office/officeart/2005/8/layout/cycle4"/>
    <dgm:cxn modelId="{75A29DA9-5E10-4FE4-BB7A-F8A1C701C677}" type="presParOf" srcId="{10A4540F-D56C-4BF4-9C47-E929C1BEF664}" destId="{2FA3AC65-C057-4832-BF8E-04E61D21C926}" srcOrd="1" destOrd="0" presId="urn:microsoft.com/office/officeart/2005/8/layout/cycle4"/>
    <dgm:cxn modelId="{39A6189D-D73B-4EB9-98C0-7C3E9338405C}" type="presParOf" srcId="{4A4204A1-E5E4-4858-8CF1-E6CBF22364C3}" destId="{9186CE5D-F0A9-4A8B-ABEB-98AF067F52BD}" srcOrd="1" destOrd="0" presId="urn:microsoft.com/office/officeart/2005/8/layout/cycle4"/>
    <dgm:cxn modelId="{DD7B4AF7-EB56-42A5-A934-7A6344A47200}" type="presParOf" srcId="{9186CE5D-F0A9-4A8B-ABEB-98AF067F52BD}" destId="{10FB13F9-B54B-4667-9084-06BFE780550A}" srcOrd="0" destOrd="0" presId="urn:microsoft.com/office/officeart/2005/8/layout/cycle4"/>
    <dgm:cxn modelId="{C117A894-360F-4459-AF53-484E135A28AE}" type="presParOf" srcId="{9186CE5D-F0A9-4A8B-ABEB-98AF067F52BD}" destId="{B267F739-670E-4BDD-892B-C1A7A56540CC}" srcOrd="1" destOrd="0" presId="urn:microsoft.com/office/officeart/2005/8/layout/cycle4"/>
    <dgm:cxn modelId="{389ABC97-37B2-4A3B-8479-B31D89239196}" type="presParOf" srcId="{4A4204A1-E5E4-4858-8CF1-E6CBF22364C3}" destId="{8CAE6D3C-A082-4D7E-8AB0-A665FFF53F9A}" srcOrd="2" destOrd="0" presId="urn:microsoft.com/office/officeart/2005/8/layout/cycle4"/>
    <dgm:cxn modelId="{3DDAFE30-4DC3-408C-A1FC-284AB1384380}" type="presParOf" srcId="{8CAE6D3C-A082-4D7E-8AB0-A665FFF53F9A}" destId="{5DF68973-D4D7-4325-859C-ACF79DB14ACA}" srcOrd="0" destOrd="0" presId="urn:microsoft.com/office/officeart/2005/8/layout/cycle4"/>
    <dgm:cxn modelId="{8DAF8D78-F813-4CB9-9D31-5A79A875A21B}" type="presParOf" srcId="{8CAE6D3C-A082-4D7E-8AB0-A665FFF53F9A}" destId="{BDB0D833-9D0A-442B-AE13-92FDAE3B26F0}" srcOrd="1" destOrd="0" presId="urn:microsoft.com/office/officeart/2005/8/layout/cycle4"/>
    <dgm:cxn modelId="{BF92B305-DFA1-4E16-9D22-62550E548923}" type="presParOf" srcId="{4A4204A1-E5E4-4858-8CF1-E6CBF22364C3}" destId="{D980EAF4-7006-4925-87E3-1D8D20CC1B19}" srcOrd="3" destOrd="0" presId="urn:microsoft.com/office/officeart/2005/8/layout/cycle4"/>
    <dgm:cxn modelId="{99BFE8C6-E571-4BAA-AC2D-FA745AEAAC20}" type="presParOf" srcId="{D980EAF4-7006-4925-87E3-1D8D20CC1B19}" destId="{0BA7CEC0-F58F-4874-8122-517C4E0C73F8}" srcOrd="0" destOrd="0" presId="urn:microsoft.com/office/officeart/2005/8/layout/cycle4"/>
    <dgm:cxn modelId="{8548C2FD-29BF-4039-A6AF-650368111F22}" type="presParOf" srcId="{D980EAF4-7006-4925-87E3-1D8D20CC1B19}" destId="{74A4A540-3254-43D4-927C-B5BBB2A3F896}" srcOrd="1" destOrd="0" presId="urn:microsoft.com/office/officeart/2005/8/layout/cycle4"/>
    <dgm:cxn modelId="{81BB9FA1-C2AC-4FC9-9AAF-D38F290A8A40}" type="presParOf" srcId="{4A4204A1-E5E4-4858-8CF1-E6CBF22364C3}" destId="{C6398DAD-D179-4FA5-9D91-E64932D6A815}" srcOrd="4" destOrd="0" presId="urn:microsoft.com/office/officeart/2005/8/layout/cycle4"/>
    <dgm:cxn modelId="{1A6254FC-4B29-4EBF-9C81-23DD9306BC5F}" type="presParOf" srcId="{BA6F5A5E-C8F1-4AEA-9BC6-E6C11EA87A3A}" destId="{6441EB99-A674-458A-B79E-E5CED4F88216}" srcOrd="1" destOrd="0" presId="urn:microsoft.com/office/officeart/2005/8/layout/cycle4"/>
    <dgm:cxn modelId="{68A5ECEC-B178-4B7A-BA5F-CB482A3B6944}" type="presParOf" srcId="{6441EB99-A674-458A-B79E-E5CED4F88216}" destId="{CE54477D-96A3-4E5D-9867-869D7605860F}" srcOrd="0" destOrd="0" presId="urn:microsoft.com/office/officeart/2005/8/layout/cycle4"/>
    <dgm:cxn modelId="{DD661FC0-F856-42A3-9930-5F0FB50E424E}" type="presParOf" srcId="{6441EB99-A674-458A-B79E-E5CED4F88216}" destId="{ECBCB29D-BA15-4803-830A-A56DC4C51754}" srcOrd="1" destOrd="0" presId="urn:microsoft.com/office/officeart/2005/8/layout/cycle4"/>
    <dgm:cxn modelId="{1BFF1656-024B-4887-A494-78A9E7D82303}" type="presParOf" srcId="{6441EB99-A674-458A-B79E-E5CED4F88216}" destId="{D2D3C607-1B40-4403-BEBD-FFBCCA4EE6E0}" srcOrd="2" destOrd="0" presId="urn:microsoft.com/office/officeart/2005/8/layout/cycle4"/>
    <dgm:cxn modelId="{7148E7FB-5ED9-4259-815A-E5D6069426F5}" type="presParOf" srcId="{6441EB99-A674-458A-B79E-E5CED4F88216}" destId="{548D8ADE-7F2F-40E8-AF0F-24B6F25473C7}" srcOrd="3" destOrd="0" presId="urn:microsoft.com/office/officeart/2005/8/layout/cycle4"/>
    <dgm:cxn modelId="{73919F8B-C465-4EAF-8B19-A4D6105D467D}" type="presParOf" srcId="{6441EB99-A674-458A-B79E-E5CED4F88216}" destId="{4C9EC86E-3990-48C9-87FA-69A7396B22EA}" srcOrd="4" destOrd="0" presId="urn:microsoft.com/office/officeart/2005/8/layout/cycle4"/>
    <dgm:cxn modelId="{920B3919-6EAC-49E7-A91E-2B5735956CAE}" type="presParOf" srcId="{BA6F5A5E-C8F1-4AEA-9BC6-E6C11EA87A3A}" destId="{FFB8ED26-D17F-4CAB-8EEA-92EAE05BEE1C}" srcOrd="2" destOrd="0" presId="urn:microsoft.com/office/officeart/2005/8/layout/cycle4"/>
    <dgm:cxn modelId="{F7AA3E3D-77AE-432F-B825-A21B2B981330}" type="presParOf" srcId="{BA6F5A5E-C8F1-4AEA-9BC6-E6C11EA87A3A}" destId="{DA76B2B2-43ED-47D9-BE93-AE9DDA1FBE2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68973-D4D7-4325-859C-ACF79DB14ACA}">
      <dsp:nvSpPr>
        <dsp:cNvPr id="0" name=""/>
        <dsp:cNvSpPr/>
      </dsp:nvSpPr>
      <dsp:spPr>
        <a:xfrm>
          <a:off x="2630392" y="1861821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254461"/>
              <a:satOff val="11339"/>
              <a:lumOff val="158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Spam Score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3055406" y="2100105"/>
        <a:ext cx="908299" cy="618621"/>
      </dsp:txXfrm>
    </dsp:sp>
    <dsp:sp modelId="{0BA7CEC0-F58F-4874-8122-517C4E0C73F8}">
      <dsp:nvSpPr>
        <dsp:cNvPr id="0" name=""/>
        <dsp:cNvSpPr/>
      </dsp:nvSpPr>
      <dsp:spPr>
        <a:xfrm>
          <a:off x="423586" y="1861821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381692"/>
              <a:satOff val="17009"/>
              <a:lumOff val="237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Backlink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442832" y="2100105"/>
        <a:ext cx="908299" cy="618621"/>
      </dsp:txXfrm>
    </dsp:sp>
    <dsp:sp modelId="{10FB13F9-B54B-4667-9084-06BFE780550A}">
      <dsp:nvSpPr>
        <dsp:cNvPr id="0" name=""/>
        <dsp:cNvSpPr/>
      </dsp:nvSpPr>
      <dsp:spPr>
        <a:xfrm>
          <a:off x="2630392" y="0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127231"/>
              <a:satOff val="5670"/>
              <a:lumOff val="7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PA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3055406" y="19246"/>
        <a:ext cx="908299" cy="618621"/>
      </dsp:txXfrm>
    </dsp:sp>
    <dsp:sp modelId="{3F0412AF-0FAC-4D8D-BEEA-81A6B8FB8DBD}">
      <dsp:nvSpPr>
        <dsp:cNvPr id="0" name=""/>
        <dsp:cNvSpPr/>
      </dsp:nvSpPr>
      <dsp:spPr>
        <a:xfrm>
          <a:off x="423586" y="0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DA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442832" y="19246"/>
        <a:ext cx="908299" cy="618621"/>
      </dsp:txXfrm>
    </dsp:sp>
    <dsp:sp modelId="{CE54477D-96A3-4E5D-9867-869D7605860F}">
      <dsp:nvSpPr>
        <dsp:cNvPr id="0" name=""/>
        <dsp:cNvSpPr/>
      </dsp:nvSpPr>
      <dsp:spPr>
        <a:xfrm>
          <a:off x="990346" y="156064"/>
          <a:ext cx="1185542" cy="1185542"/>
        </a:xfrm>
        <a:prstGeom prst="pieWedg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9</a:t>
          </a:r>
          <a:endParaRPr lang="en-IN" sz="2000" kern="1200" dirty="0"/>
        </a:p>
      </dsp:txBody>
      <dsp:txXfrm>
        <a:off x="1337583" y="503301"/>
        <a:ext cx="838305" cy="838305"/>
      </dsp:txXfrm>
    </dsp:sp>
    <dsp:sp modelId="{ECBCB29D-BA15-4803-830A-A56DC4C51754}">
      <dsp:nvSpPr>
        <dsp:cNvPr id="0" name=""/>
        <dsp:cNvSpPr/>
      </dsp:nvSpPr>
      <dsp:spPr>
        <a:xfrm rot="5400000">
          <a:off x="2230648" y="156064"/>
          <a:ext cx="1185542" cy="1185542"/>
        </a:xfrm>
        <a:prstGeom prst="pieWedge">
          <a:avLst/>
        </a:prstGeom>
        <a:solidFill>
          <a:schemeClr val="accent6">
            <a:shade val="80000"/>
            <a:hueOff val="-127231"/>
            <a:satOff val="5670"/>
            <a:lumOff val="79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22</a:t>
          </a:r>
          <a:endParaRPr lang="en-IN" sz="2000" kern="1200" dirty="0"/>
        </a:p>
      </dsp:txBody>
      <dsp:txXfrm rot="-5400000">
        <a:off x="2230648" y="503301"/>
        <a:ext cx="838305" cy="838305"/>
      </dsp:txXfrm>
    </dsp:sp>
    <dsp:sp modelId="{D2D3C607-1B40-4403-BEBD-FFBCCA4EE6E0}">
      <dsp:nvSpPr>
        <dsp:cNvPr id="0" name=""/>
        <dsp:cNvSpPr/>
      </dsp:nvSpPr>
      <dsp:spPr>
        <a:xfrm rot="10800000">
          <a:off x="2230648" y="1396366"/>
          <a:ext cx="1185542" cy="1185542"/>
        </a:xfrm>
        <a:prstGeom prst="pieWedge">
          <a:avLst/>
        </a:prstGeom>
        <a:solidFill>
          <a:schemeClr val="accent6">
            <a:shade val="80000"/>
            <a:hueOff val="-254461"/>
            <a:satOff val="11339"/>
            <a:lumOff val="158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endParaRPr lang="en-IN" sz="2000" kern="1200" dirty="0"/>
        </a:p>
      </dsp:txBody>
      <dsp:txXfrm rot="10800000">
        <a:off x="2230648" y="1396366"/>
        <a:ext cx="838305" cy="838305"/>
      </dsp:txXfrm>
    </dsp:sp>
    <dsp:sp modelId="{548D8ADE-7F2F-40E8-AF0F-24B6F25473C7}">
      <dsp:nvSpPr>
        <dsp:cNvPr id="0" name=""/>
        <dsp:cNvSpPr/>
      </dsp:nvSpPr>
      <dsp:spPr>
        <a:xfrm rot="16200000">
          <a:off x="990346" y="1396366"/>
          <a:ext cx="1185542" cy="1185542"/>
        </a:xfrm>
        <a:prstGeom prst="pieWedge">
          <a:avLst/>
        </a:prstGeom>
        <a:solidFill>
          <a:schemeClr val="accent6">
            <a:shade val="80000"/>
            <a:hueOff val="-381692"/>
            <a:satOff val="17009"/>
            <a:lumOff val="237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2810</a:t>
          </a:r>
          <a:endParaRPr lang="en-IN" sz="2000" kern="1200" dirty="0"/>
        </a:p>
      </dsp:txBody>
      <dsp:txXfrm rot="5400000">
        <a:off x="1337583" y="1396366"/>
        <a:ext cx="838305" cy="838305"/>
      </dsp:txXfrm>
    </dsp:sp>
    <dsp:sp modelId="{FFB8ED26-D17F-4CAB-8EEA-92EAE05BEE1C}">
      <dsp:nvSpPr>
        <dsp:cNvPr id="0" name=""/>
        <dsp:cNvSpPr/>
      </dsp:nvSpPr>
      <dsp:spPr>
        <a:xfrm>
          <a:off x="2186877" y="1122568"/>
          <a:ext cx="32782" cy="355936"/>
        </a:xfrm>
        <a:prstGeom prst="circular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6B2B2-43ED-47D9-BE93-AE9DDA1FBE2D}">
      <dsp:nvSpPr>
        <dsp:cNvPr id="0" name=""/>
        <dsp:cNvSpPr/>
      </dsp:nvSpPr>
      <dsp:spPr>
        <a:xfrm rot="10800000">
          <a:off x="2186877" y="1399644"/>
          <a:ext cx="32782" cy="75583"/>
        </a:xfrm>
        <a:prstGeom prst="circular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68973-D4D7-4325-859C-ACF79DB14ACA}">
      <dsp:nvSpPr>
        <dsp:cNvPr id="0" name=""/>
        <dsp:cNvSpPr/>
      </dsp:nvSpPr>
      <dsp:spPr>
        <a:xfrm>
          <a:off x="2630392" y="1861821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254461"/>
              <a:satOff val="11339"/>
              <a:lumOff val="158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Spam Score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3055406" y="2100105"/>
        <a:ext cx="908299" cy="618621"/>
      </dsp:txXfrm>
    </dsp:sp>
    <dsp:sp modelId="{0BA7CEC0-F58F-4874-8122-517C4E0C73F8}">
      <dsp:nvSpPr>
        <dsp:cNvPr id="0" name=""/>
        <dsp:cNvSpPr/>
      </dsp:nvSpPr>
      <dsp:spPr>
        <a:xfrm>
          <a:off x="423586" y="1861821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381692"/>
              <a:satOff val="17009"/>
              <a:lumOff val="237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Backlink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442832" y="2100105"/>
        <a:ext cx="908299" cy="618621"/>
      </dsp:txXfrm>
    </dsp:sp>
    <dsp:sp modelId="{10FB13F9-B54B-4667-9084-06BFE780550A}">
      <dsp:nvSpPr>
        <dsp:cNvPr id="0" name=""/>
        <dsp:cNvSpPr/>
      </dsp:nvSpPr>
      <dsp:spPr>
        <a:xfrm>
          <a:off x="2630392" y="0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-127231"/>
              <a:satOff val="5670"/>
              <a:lumOff val="7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PA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3055406" y="19246"/>
        <a:ext cx="908299" cy="618621"/>
      </dsp:txXfrm>
    </dsp:sp>
    <dsp:sp modelId="{3F0412AF-0FAC-4D8D-BEEA-81A6B8FB8DBD}">
      <dsp:nvSpPr>
        <dsp:cNvPr id="0" name=""/>
        <dsp:cNvSpPr/>
      </dsp:nvSpPr>
      <dsp:spPr>
        <a:xfrm>
          <a:off x="423586" y="0"/>
          <a:ext cx="1352558" cy="876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2060"/>
              </a:solidFill>
            </a:rPr>
            <a:t>DA</a:t>
          </a:r>
          <a:endParaRPr lang="en-IN" sz="1500" kern="1200" dirty="0">
            <a:solidFill>
              <a:srgbClr val="002060"/>
            </a:solidFill>
          </a:endParaRPr>
        </a:p>
      </dsp:txBody>
      <dsp:txXfrm>
        <a:off x="442832" y="19246"/>
        <a:ext cx="908299" cy="618621"/>
      </dsp:txXfrm>
    </dsp:sp>
    <dsp:sp modelId="{CE54477D-96A3-4E5D-9867-869D7605860F}">
      <dsp:nvSpPr>
        <dsp:cNvPr id="0" name=""/>
        <dsp:cNvSpPr/>
      </dsp:nvSpPr>
      <dsp:spPr>
        <a:xfrm>
          <a:off x="990346" y="156064"/>
          <a:ext cx="1185542" cy="1185542"/>
        </a:xfrm>
        <a:prstGeom prst="pieWedg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9</a:t>
          </a:r>
          <a:endParaRPr lang="en-IN" sz="2000" kern="1200" dirty="0"/>
        </a:p>
      </dsp:txBody>
      <dsp:txXfrm>
        <a:off x="1337583" y="503301"/>
        <a:ext cx="838305" cy="838305"/>
      </dsp:txXfrm>
    </dsp:sp>
    <dsp:sp modelId="{ECBCB29D-BA15-4803-830A-A56DC4C51754}">
      <dsp:nvSpPr>
        <dsp:cNvPr id="0" name=""/>
        <dsp:cNvSpPr/>
      </dsp:nvSpPr>
      <dsp:spPr>
        <a:xfrm rot="5400000">
          <a:off x="2230648" y="156064"/>
          <a:ext cx="1185542" cy="1185542"/>
        </a:xfrm>
        <a:prstGeom prst="pieWedge">
          <a:avLst/>
        </a:prstGeom>
        <a:solidFill>
          <a:schemeClr val="accent6">
            <a:shade val="80000"/>
            <a:hueOff val="-127231"/>
            <a:satOff val="5670"/>
            <a:lumOff val="79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23</a:t>
          </a:r>
          <a:endParaRPr lang="en-IN" sz="2000" kern="1200" dirty="0"/>
        </a:p>
      </dsp:txBody>
      <dsp:txXfrm rot="-5400000">
        <a:off x="2230648" y="503301"/>
        <a:ext cx="838305" cy="838305"/>
      </dsp:txXfrm>
    </dsp:sp>
    <dsp:sp modelId="{D2D3C607-1B40-4403-BEBD-FFBCCA4EE6E0}">
      <dsp:nvSpPr>
        <dsp:cNvPr id="0" name=""/>
        <dsp:cNvSpPr/>
      </dsp:nvSpPr>
      <dsp:spPr>
        <a:xfrm rot="10800000">
          <a:off x="2230648" y="1396366"/>
          <a:ext cx="1185542" cy="1185542"/>
        </a:xfrm>
        <a:prstGeom prst="pieWedge">
          <a:avLst/>
        </a:prstGeom>
        <a:solidFill>
          <a:schemeClr val="accent6">
            <a:shade val="80000"/>
            <a:hueOff val="-254461"/>
            <a:satOff val="11339"/>
            <a:lumOff val="158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endParaRPr lang="en-IN" sz="2000" kern="1200" dirty="0"/>
        </a:p>
      </dsp:txBody>
      <dsp:txXfrm rot="10800000">
        <a:off x="2230648" y="1396366"/>
        <a:ext cx="838305" cy="838305"/>
      </dsp:txXfrm>
    </dsp:sp>
    <dsp:sp modelId="{548D8ADE-7F2F-40E8-AF0F-24B6F25473C7}">
      <dsp:nvSpPr>
        <dsp:cNvPr id="0" name=""/>
        <dsp:cNvSpPr/>
      </dsp:nvSpPr>
      <dsp:spPr>
        <a:xfrm rot="16200000">
          <a:off x="990346" y="1396366"/>
          <a:ext cx="1185542" cy="1185542"/>
        </a:xfrm>
        <a:prstGeom prst="pieWedge">
          <a:avLst/>
        </a:prstGeom>
        <a:solidFill>
          <a:schemeClr val="accent6">
            <a:shade val="80000"/>
            <a:hueOff val="-381692"/>
            <a:satOff val="17009"/>
            <a:lumOff val="237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2880</a:t>
          </a:r>
          <a:endParaRPr lang="en-IN" sz="2000" kern="1200" dirty="0"/>
        </a:p>
      </dsp:txBody>
      <dsp:txXfrm rot="5400000">
        <a:off x="1337583" y="1396366"/>
        <a:ext cx="838305" cy="838305"/>
      </dsp:txXfrm>
    </dsp:sp>
    <dsp:sp modelId="{FFB8ED26-D17F-4CAB-8EEA-92EAE05BEE1C}">
      <dsp:nvSpPr>
        <dsp:cNvPr id="0" name=""/>
        <dsp:cNvSpPr/>
      </dsp:nvSpPr>
      <dsp:spPr>
        <a:xfrm>
          <a:off x="2186877" y="1122568"/>
          <a:ext cx="32782" cy="355936"/>
        </a:xfrm>
        <a:prstGeom prst="circular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6B2B2-43ED-47D9-BE93-AE9DDA1FBE2D}">
      <dsp:nvSpPr>
        <dsp:cNvPr id="0" name=""/>
        <dsp:cNvSpPr/>
      </dsp:nvSpPr>
      <dsp:spPr>
        <a:xfrm rot="10800000">
          <a:off x="2186877" y="1399644"/>
          <a:ext cx="32782" cy="75583"/>
        </a:xfrm>
        <a:prstGeom prst="circular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EAC1F-0791-49A7-A1DF-F1C5656D04D9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3D815-91F2-4A06-AAAA-E6D637FB8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2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C698-2895-8B7B-47C8-347803A8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CFCA2-2612-5CBE-4E8F-3C8E09E6F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2FD9F-4B66-4BEC-B387-B80A41A83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03CCB-C4B7-569D-09DF-A027599B1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3D815-91F2-4A06-AAAA-E6D637FB8A4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0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9653" y="19253"/>
            <a:ext cx="5552693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34789" y="4851019"/>
            <a:ext cx="412242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5968" y="6662928"/>
            <a:ext cx="11244580" cy="33655"/>
          </a:xfrm>
          <a:custGeom>
            <a:avLst/>
            <a:gdLst/>
            <a:ahLst/>
            <a:cxnLst/>
            <a:rect l="l" t="t" r="r" b="b"/>
            <a:pathLst>
              <a:path w="11244580" h="33654">
                <a:moveTo>
                  <a:pt x="0" y="33528"/>
                </a:moveTo>
                <a:lnTo>
                  <a:pt x="11244072" y="33528"/>
                </a:lnTo>
                <a:lnTo>
                  <a:pt x="11244072" y="0"/>
                </a:lnTo>
                <a:lnTo>
                  <a:pt x="0" y="0"/>
                </a:lnTo>
                <a:lnTo>
                  <a:pt x="0" y="33528"/>
                </a:lnTo>
                <a:close/>
              </a:path>
            </a:pathLst>
          </a:custGeom>
          <a:solidFill>
            <a:srgbClr val="F392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5968" y="6358128"/>
            <a:ext cx="11244580" cy="43180"/>
          </a:xfrm>
          <a:custGeom>
            <a:avLst/>
            <a:gdLst/>
            <a:ahLst/>
            <a:cxnLst/>
            <a:rect l="l" t="t" r="r" b="b"/>
            <a:pathLst>
              <a:path w="11244580" h="43179">
                <a:moveTo>
                  <a:pt x="0" y="42672"/>
                </a:moveTo>
                <a:lnTo>
                  <a:pt x="11244072" y="42672"/>
                </a:lnTo>
                <a:lnTo>
                  <a:pt x="11244072" y="0"/>
                </a:lnTo>
                <a:lnTo>
                  <a:pt x="0" y="0"/>
                </a:lnTo>
                <a:lnTo>
                  <a:pt x="0" y="42672"/>
                </a:lnTo>
                <a:close/>
              </a:path>
            </a:pathLst>
          </a:custGeom>
          <a:solidFill>
            <a:srgbClr val="F392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400800"/>
            <a:ext cx="12192000" cy="262255"/>
          </a:xfrm>
          <a:custGeom>
            <a:avLst/>
            <a:gdLst/>
            <a:ahLst/>
            <a:cxnLst/>
            <a:rect l="l" t="t" r="r" b="b"/>
            <a:pathLst>
              <a:path w="12192000" h="262254">
                <a:moveTo>
                  <a:pt x="12192000" y="0"/>
                </a:moveTo>
                <a:lnTo>
                  <a:pt x="0" y="0"/>
                </a:lnTo>
                <a:lnTo>
                  <a:pt x="0" y="262128"/>
                </a:lnTo>
                <a:lnTo>
                  <a:pt x="12192000" y="2621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85182" y="188798"/>
            <a:ext cx="3421634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30492" y="2122932"/>
            <a:ext cx="4996815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7956" y="6394819"/>
            <a:ext cx="1124521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F392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11231880" algn="l"/>
              </a:tabLst>
            </a:pPr>
            <a:r>
              <a:rPr spc="-5" dirty="0">
                <a:solidFill>
                  <a:srgbClr val="FFFFFF"/>
                </a:solidFill>
              </a:rPr>
              <a:t>Nirvana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/>
              <a:t>Reality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ductbookmarks.com/preview-post/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justpep.com/story/business/godrej-urban-park-in-powai-mumbai-price-floor-plan-brochure" TargetMode="External"/><Relationship Id="rId7" Type="http://schemas.openxmlformats.org/officeDocument/2006/relationships/hyperlink" Target="https://www.bookmarktheme.info/preview-listing/" TargetMode="External"/><Relationship Id="rId12" Type="http://schemas.openxmlformats.org/officeDocument/2006/relationships/hyperlink" Target="https://www.nativebookmarks.com/preview-article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ocialbookmarkiseasy.info/preview-story/" TargetMode="External"/><Relationship Id="rId11" Type="http://schemas.openxmlformats.org/officeDocument/2006/relationships/hyperlink" Target="https://www.usbookmarks.com/preview-story/" TargetMode="External"/><Relationship Id="rId5" Type="http://schemas.openxmlformats.org/officeDocument/2006/relationships/hyperlink" Target="https://www.freewebmarks.com/story/godrej-urban-park-in-powai-mumbai-price-floor-plan-brochure" TargetMode="External"/><Relationship Id="rId10" Type="http://schemas.openxmlformats.org/officeDocument/2006/relationships/hyperlink" Target="https://www.indusdirectory.com/preview-directory/" TargetMode="External"/><Relationship Id="rId4" Type="http://schemas.openxmlformats.org/officeDocument/2006/relationships/hyperlink" Target="https://www.diigo.com/user/homeconsulting62" TargetMode="External"/><Relationship Id="rId9" Type="http://schemas.openxmlformats.org/officeDocument/2006/relationships/hyperlink" Target="https://www.bookmarkbuzz.com/preview-bookmark/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service.opendi.in/verify?sid=39549&amp;key=6560797547d40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in.enrollbusiness.com/BusinessProfile/6471747/Keystone%20-%20Best%20Real%20Estate%20Property%20Dealers,%20Agents%20in%20India" TargetMode="External"/><Relationship Id="rId7" Type="http://schemas.openxmlformats.org/officeDocument/2006/relationships/hyperlink" Target="https://keystonerealty.2fl.co/" TargetMode="External"/><Relationship Id="rId12" Type="http://schemas.openxmlformats.org/officeDocument/2006/relationships/image" Target="../media/image28.png"/><Relationship Id="rId2" Type="http://schemas.openxmlformats.org/officeDocument/2006/relationships/hyperlink" Target="https://www.businessfinder.in/?post_type=listing&amp;p=9735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lobal.showmelocal.com/dashboard/blocked.aspx?bid=36801391" TargetMode="External"/><Relationship Id="rId11" Type="http://schemas.openxmlformats.org/officeDocument/2006/relationships/hyperlink" Target="https://www.freelistingindia.in/listings/keystone-best-real-estate-property-dealers-agents-in-india" TargetMode="External"/><Relationship Id="rId5" Type="http://schemas.openxmlformats.org/officeDocument/2006/relationships/hyperlink" Target="https://mumbai.locanto.me/ID_6625745626/Keystone-Best-Real-Estate-Property-Dealers-Agents-in-India.html&amp;myads" TargetMode="External"/><Relationship Id="rId10" Type="http://schemas.openxmlformats.org/officeDocument/2006/relationships/hyperlink" Target="https://www.indiacom.com/thankyou?from=addyourlist" TargetMode="External"/><Relationship Id="rId4" Type="http://schemas.openxmlformats.org/officeDocument/2006/relationships/hyperlink" Target="https://www.poweredindia.com/users/" TargetMode="External"/><Relationship Id="rId9" Type="http://schemas.openxmlformats.org/officeDocument/2006/relationships/hyperlink" Target="https://www.cybo.com/IN-biz/keystone-real-estate-advisory_10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irectory4.org/submit?c=80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www.familydir.com/submit.php?c=80" TargetMode="External"/><Relationship Id="rId7" Type="http://schemas.openxmlformats.org/officeDocument/2006/relationships/hyperlink" Target="https://www.gowwwlist.com/submit.php?c=540" TargetMode="External"/><Relationship Id="rId12" Type="http://schemas.openxmlformats.org/officeDocument/2006/relationships/image" Target="../media/image29.jpg"/><Relationship Id="rId2" Type="http://schemas.openxmlformats.org/officeDocument/2006/relationships/hyperlink" Target="https://www.seooptimizationdirectory.com/submit.php?c=1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eeseolink.org/submit.php?c=50" TargetMode="External"/><Relationship Id="rId11" Type="http://schemas.openxmlformats.org/officeDocument/2006/relationships/hyperlink" Target="https://www.ecobluedirectory.com/submit.php?c=80" TargetMode="External"/><Relationship Id="rId5" Type="http://schemas.openxmlformats.org/officeDocument/2006/relationships/hyperlink" Target="https://www.craigslistdir.org/submit.php?c=110" TargetMode="External"/><Relationship Id="rId10" Type="http://schemas.openxmlformats.org/officeDocument/2006/relationships/hyperlink" Target="https://www.blahoo.net/Business_Economy/" TargetMode="External"/><Relationship Id="rId4" Type="http://schemas.openxmlformats.org/officeDocument/2006/relationships/hyperlink" Target="https://target-directory.com/submit?c=80" TargetMode="External"/><Relationship Id="rId9" Type="http://schemas.openxmlformats.org/officeDocument/2006/relationships/hyperlink" Target="https://worldweb-directory.com/add.php?c=42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30.jpg"/><Relationship Id="rId7" Type="http://schemas.openxmlformats.org/officeDocument/2006/relationships/package" Target="../embeddings/Microsoft_Excel_Worksheet4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5968" y="6650735"/>
            <a:ext cx="11244580" cy="45720"/>
          </a:xfrm>
          <a:custGeom>
            <a:avLst/>
            <a:gdLst/>
            <a:ahLst/>
            <a:cxnLst/>
            <a:rect l="l" t="t" r="r" b="b"/>
            <a:pathLst>
              <a:path w="11244580" h="45720">
                <a:moveTo>
                  <a:pt x="0" y="45720"/>
                </a:moveTo>
                <a:lnTo>
                  <a:pt x="11244072" y="45720"/>
                </a:lnTo>
                <a:lnTo>
                  <a:pt x="11244072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392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095" y="6358128"/>
            <a:ext cx="12204700" cy="299085"/>
            <a:chOff x="-6095" y="6358128"/>
            <a:chExt cx="12204700" cy="299085"/>
          </a:xfrm>
        </p:grpSpPr>
        <p:sp>
          <p:nvSpPr>
            <p:cNvPr id="4" name="object 4"/>
            <p:cNvSpPr/>
            <p:nvPr/>
          </p:nvSpPr>
          <p:spPr>
            <a:xfrm>
              <a:off x="505967" y="6358128"/>
              <a:ext cx="11244580" cy="30480"/>
            </a:xfrm>
            <a:custGeom>
              <a:avLst/>
              <a:gdLst/>
              <a:ahLst/>
              <a:cxnLst/>
              <a:rect l="l" t="t" r="r" b="b"/>
              <a:pathLst>
                <a:path w="11244580" h="30479">
                  <a:moveTo>
                    <a:pt x="0" y="30480"/>
                  </a:moveTo>
                  <a:lnTo>
                    <a:pt x="11244072" y="30480"/>
                  </a:lnTo>
                  <a:lnTo>
                    <a:pt x="11244072" y="0"/>
                  </a:lnTo>
                  <a:lnTo>
                    <a:pt x="0" y="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F392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88608"/>
              <a:ext cx="12192000" cy="262255"/>
            </a:xfrm>
            <a:custGeom>
              <a:avLst/>
              <a:gdLst/>
              <a:ahLst/>
              <a:cxnLst/>
              <a:rect l="l" t="t" r="r" b="b"/>
              <a:pathLst>
                <a:path w="12192000" h="262254">
                  <a:moveTo>
                    <a:pt x="12192000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12192000" y="26212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388608"/>
              <a:ext cx="12192000" cy="262255"/>
            </a:xfrm>
            <a:custGeom>
              <a:avLst/>
              <a:gdLst/>
              <a:ahLst/>
              <a:cxnLst/>
              <a:rect l="l" t="t" r="r" b="b"/>
              <a:pathLst>
                <a:path w="12192000" h="262254">
                  <a:moveTo>
                    <a:pt x="0" y="262127"/>
                  </a:moveTo>
                  <a:lnTo>
                    <a:pt x="12192000" y="2621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62127"/>
                  </a:lnTo>
                  <a:close/>
                </a:path>
              </a:pathLst>
            </a:custGeom>
            <a:ln w="12192">
              <a:solidFill>
                <a:srgbClr val="3168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76600" y="351852"/>
            <a:ext cx="675425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5" dirty="0">
                <a:solidFill>
                  <a:srgbClr val="F3922C"/>
                </a:solidFill>
                <a:latin typeface="Arial"/>
                <a:cs typeface="Arial"/>
              </a:rPr>
              <a:t>SEO </a:t>
            </a:r>
            <a:r>
              <a:rPr sz="3200" b="1" spc="-5" dirty="0">
                <a:solidFill>
                  <a:srgbClr val="001F5F"/>
                </a:solidFill>
                <a:latin typeface="Arial"/>
                <a:cs typeface="Arial"/>
              </a:rPr>
              <a:t>Report of</a:t>
            </a:r>
            <a:r>
              <a:rPr sz="3200" b="1" spc="-1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en-US" sz="3200" b="1" spc="-25" dirty="0">
                <a:solidFill>
                  <a:srgbClr val="F3922C"/>
                </a:solidFill>
                <a:latin typeface="Arial"/>
                <a:cs typeface="Arial"/>
              </a:rPr>
              <a:t>April 2026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xfrm>
            <a:off x="1905000" y="5374493"/>
            <a:ext cx="9143999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90"/>
              </a:spcBef>
            </a:pPr>
            <a:r>
              <a:rPr lang="en-US" spc="-5" dirty="0">
                <a:latin typeface="Arial Rounded MT Bold" panose="020F0704030504030204" pitchFamily="34" charset="0"/>
              </a:rPr>
              <a:t>Keystone </a:t>
            </a:r>
            <a:r>
              <a:rPr lang="en-US" spc="-5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Real Estate</a:t>
            </a:r>
            <a:r>
              <a:rPr lang="en-US" spc="-5" dirty="0">
                <a:latin typeface="Arial Rounded MT Bold" panose="020F0704030504030204" pitchFamily="34" charset="0"/>
              </a:rPr>
              <a:t> Advisory</a:t>
            </a:r>
          </a:p>
        </p:txBody>
      </p:sp>
      <p:pic>
        <p:nvPicPr>
          <p:cNvPr id="1026" name="Picture 2" descr="keystone real estate logo">
            <a:extLst>
              <a:ext uri="{FF2B5EF4-FFF2-40B4-BE49-F238E27FC236}">
                <a16:creationId xmlns:a16="http://schemas.microsoft.com/office/drawing/2014/main" id="{6772C13C-9CC5-5E92-E30D-202322B81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6E8012-C998-23E7-3D8C-4CFE312950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397" y="199802"/>
            <a:ext cx="6191251" cy="61912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B347DAB-512A-66AE-5E6A-323BD9250A1F}"/>
              </a:ext>
            </a:extLst>
          </p:cNvPr>
          <p:cNvSpPr txBox="1"/>
          <p:nvPr/>
        </p:nvSpPr>
        <p:spPr>
          <a:xfrm>
            <a:off x="5029200" y="342900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1F5F"/>
                </a:solidFill>
              </a:rPr>
              <a:t>keystonerealestateadvisory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49686-2B90-52C4-E5F1-8455EFD10F2F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599" y="351347"/>
            <a:ext cx="336480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5400" dirty="0"/>
              <a:t>April Task</a:t>
            </a:r>
            <a:endParaRPr lang="en-IN" sz="5400" dirty="0">
              <a:solidFill>
                <a:schemeClr val="accent6"/>
              </a:solidFill>
            </a:endParaRPr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941AB6A3-D191-A30A-E28B-44465538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2C8127-7066-D224-379D-E889FC28C569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ADFA8E2-6A41-0DFF-1CF2-D40C6D1CF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480001"/>
              </p:ext>
            </p:extLst>
          </p:nvPr>
        </p:nvGraphicFramePr>
        <p:xfrm>
          <a:off x="2514600" y="1447800"/>
          <a:ext cx="6858000" cy="4383205"/>
        </p:xfrm>
        <a:graphic>
          <a:graphicData uri="http://schemas.openxmlformats.org/drawingml/2006/table">
            <a:tbl>
              <a:tblPr/>
              <a:tblGrid>
                <a:gridCol w="5306416">
                  <a:extLst>
                    <a:ext uri="{9D8B030D-6E8A-4147-A177-3AD203B41FA5}">
                      <a16:colId xmlns:a16="http://schemas.microsoft.com/office/drawing/2014/main" val="3299026420"/>
                    </a:ext>
                  </a:extLst>
                </a:gridCol>
                <a:gridCol w="1551584">
                  <a:extLst>
                    <a:ext uri="{9D8B030D-6E8A-4147-A177-3AD203B41FA5}">
                      <a16:colId xmlns:a16="http://schemas.microsoft.com/office/drawing/2014/main" val="1191771138"/>
                    </a:ext>
                  </a:extLst>
                </a:gridCol>
              </a:tblGrid>
              <a:tr h="3519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Technical + On Page Issue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Status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63149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404 Page Issue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42737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Fix Thin Page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299573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Core Web Vitals Issue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968557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Location Content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759387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Image Optimisation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671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UI UX Pages 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985562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Soft 404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5744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Home Page New Design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28408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Developer Content 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271098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Auto Create Duplicate Link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Done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02081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Redirect Duplicate Link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>
                          <a:effectLst/>
                        </a:rPr>
                        <a:t>Done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810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Canonical Issue Pagination Page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Done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23789"/>
                  </a:ext>
                </a:extLst>
              </a:tr>
              <a:tr h="307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dirty="0">
                          <a:effectLst/>
                        </a:rPr>
                        <a:t>Not Mobile Friendly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dirty="0">
                          <a:effectLst/>
                        </a:rPr>
                        <a:t>Ongoing</a:t>
                      </a:r>
                    </a:p>
                  </a:txBody>
                  <a:tcPr marL="19512" marR="19512" marT="13008" marB="130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531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A2C2-E462-B654-4D47-01905449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AF5161-3C4C-7C17-DBDF-EAC405CAD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0798" y="443112"/>
            <a:ext cx="551040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5400" dirty="0"/>
              <a:t>Domain </a:t>
            </a:r>
            <a:r>
              <a:rPr lang="en-IN" sz="5400" dirty="0">
                <a:solidFill>
                  <a:schemeClr val="accent6"/>
                </a:solidFill>
              </a:rPr>
              <a:t>Overview</a:t>
            </a:r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4FDC5C74-003D-819A-EF1A-84C3A0B6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EEA3A-1CF2-FCB6-C9E7-D1BA3BCAFFDF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703825F-191D-2459-AC6A-653B868BEFE4}"/>
              </a:ext>
            </a:extLst>
          </p:cNvPr>
          <p:cNvSpPr txBox="1">
            <a:spLocks/>
          </p:cNvSpPr>
          <p:nvPr/>
        </p:nvSpPr>
        <p:spPr>
          <a:xfrm>
            <a:off x="1301150" y="1558642"/>
            <a:ext cx="294265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001F5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5400" kern="0" dirty="0"/>
              <a:t>March 26</a:t>
            </a:r>
            <a:endParaRPr lang="en-IN" sz="5400" kern="0" dirty="0">
              <a:solidFill>
                <a:schemeClr val="accent6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DBF479A-0434-EBA2-F398-087B3CFD2F17}"/>
              </a:ext>
            </a:extLst>
          </p:cNvPr>
          <p:cNvGraphicFramePr/>
          <p:nvPr/>
        </p:nvGraphicFramePr>
        <p:xfrm>
          <a:off x="609600" y="2971800"/>
          <a:ext cx="4406538" cy="2737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38090FD4-46DA-78E5-B111-1C31968ACA91}"/>
              </a:ext>
            </a:extLst>
          </p:cNvPr>
          <p:cNvSpPr txBox="1">
            <a:spLocks/>
          </p:cNvSpPr>
          <p:nvPr/>
        </p:nvSpPr>
        <p:spPr>
          <a:xfrm>
            <a:off x="7848600" y="1558642"/>
            <a:ext cx="294265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001F5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5400" kern="0" dirty="0"/>
              <a:t>April 26</a:t>
            </a:r>
            <a:endParaRPr lang="en-IN" sz="5400" kern="0" dirty="0">
              <a:solidFill>
                <a:schemeClr val="accent6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CF18D10-A6ED-1A9B-FEEE-3C9FB2679644}"/>
              </a:ext>
            </a:extLst>
          </p:cNvPr>
          <p:cNvGraphicFramePr/>
          <p:nvPr/>
        </p:nvGraphicFramePr>
        <p:xfrm>
          <a:off x="6934200" y="2971800"/>
          <a:ext cx="4406538" cy="2737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9114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4654-7659-11DD-C2D6-BA26633F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98FC0D-F8C4-EE95-F9A5-D04DFC55E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8396" y="390855"/>
            <a:ext cx="42456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Overall</a:t>
            </a:r>
            <a:r>
              <a:rPr sz="5400" spc="-175" dirty="0"/>
              <a:t> </a:t>
            </a:r>
            <a:r>
              <a:rPr sz="5400" spc="-45" dirty="0">
                <a:solidFill>
                  <a:srgbClr val="F3922C"/>
                </a:solidFill>
              </a:rPr>
              <a:t>Traffic</a:t>
            </a:r>
            <a:endParaRPr sz="5400" dirty="0"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F037DB7D-50D2-E694-35E5-4EC367571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5B10A4-6E21-2717-C0C6-67BC4C72E4E5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0CA26E-9DCA-D698-E291-8DC297F6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9" y="1599201"/>
            <a:ext cx="11928695" cy="2763372"/>
          </a:xfrm>
          <a:prstGeom prst="rect">
            <a:avLst/>
          </a:prstGeom>
        </p:spPr>
      </p:pic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CE111EED-C663-C701-A203-8F9BC63D3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240386"/>
              </p:ext>
            </p:extLst>
          </p:nvPr>
        </p:nvGraphicFramePr>
        <p:xfrm>
          <a:off x="1371600" y="4876800"/>
          <a:ext cx="2881630" cy="117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Traffic</a:t>
                      </a:r>
                      <a:r>
                        <a:rPr lang="en-US"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( March 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39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95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8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18,995</a:t>
                      </a:r>
                      <a:endParaRPr sz="1800" dirty="0">
                        <a:solidFill>
                          <a:srgbClr val="001F5F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10FB00A2-EEB6-C713-37FE-89C854C76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48375"/>
              </p:ext>
            </p:extLst>
          </p:nvPr>
        </p:nvGraphicFramePr>
        <p:xfrm>
          <a:off x="7918400" y="4876799"/>
          <a:ext cx="2881630" cy="117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Traffic</a:t>
                      </a:r>
                      <a:r>
                        <a:rPr lang="en-US"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( April 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39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95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8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15,004</a:t>
                      </a:r>
                      <a:endParaRPr sz="1800" dirty="0">
                        <a:solidFill>
                          <a:srgbClr val="001F5F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1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202979"/>
            <a:ext cx="67970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TRAFFIC</a:t>
            </a:r>
            <a:r>
              <a:rPr sz="5400" dirty="0"/>
              <a:t> </a:t>
            </a:r>
            <a:r>
              <a:rPr sz="5400" spc="-15" dirty="0">
                <a:solidFill>
                  <a:srgbClr val="F3922C"/>
                </a:solidFill>
              </a:rPr>
              <a:t>OVERVIEW</a:t>
            </a:r>
            <a:endParaRPr sz="5400" dirty="0"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3E7108E8-F4DE-9827-B9F0-3C9A22633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D337C-36BE-6498-03F4-D0CEED12B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96526"/>
              </p:ext>
            </p:extLst>
          </p:nvPr>
        </p:nvGraphicFramePr>
        <p:xfrm>
          <a:off x="1219200" y="1260060"/>
          <a:ext cx="8128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18060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0177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826227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220303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8012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</a:rPr>
                        <a:t>Organic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</a:rPr>
                        <a:t>Referral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Direct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282514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Feb 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12,613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95 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7,348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536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March 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12,154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143 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6,507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15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April 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11,616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119  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3,230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18438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4DE716-E0E1-CF40-1D70-CBDF21ADE11A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E855E5-819E-04E7-F26C-1257A8C40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272350"/>
              </p:ext>
            </p:extLst>
          </p:nvPr>
        </p:nvGraphicFramePr>
        <p:xfrm>
          <a:off x="4431459" y="2753360"/>
          <a:ext cx="372194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941">
                  <a:extLst>
                    <a:ext uri="{9D8B030D-6E8A-4147-A177-3AD203B41FA5}">
                      <a16:colId xmlns:a16="http://schemas.microsoft.com/office/drawing/2014/main" val="1984250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Organic Traffic Drop by 4.2%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610317"/>
                  </a:ext>
                </a:extLst>
              </a:tr>
            </a:tbl>
          </a:graphicData>
        </a:graphic>
      </p:graphicFrame>
      <p:sp>
        <p:nvSpPr>
          <p:cNvPr id="5" name="Arrow: Up 4">
            <a:extLst>
              <a:ext uri="{FF2B5EF4-FFF2-40B4-BE49-F238E27FC236}">
                <a16:creationId xmlns:a16="http://schemas.microsoft.com/office/drawing/2014/main" id="{96CCA3DF-4BE6-E8E0-03B2-A0D81FDC2D7A}"/>
              </a:ext>
            </a:extLst>
          </p:cNvPr>
          <p:cNvSpPr/>
          <p:nvPr/>
        </p:nvSpPr>
        <p:spPr>
          <a:xfrm rot="17478409">
            <a:off x="4008471" y="2582125"/>
            <a:ext cx="506650" cy="44898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1894A7-ECBA-5FE6-2566-7C5DA684C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408615"/>
              </p:ext>
            </p:extLst>
          </p:nvPr>
        </p:nvGraphicFramePr>
        <p:xfrm>
          <a:off x="9272477" y="1260060"/>
          <a:ext cx="1613801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3801">
                  <a:extLst>
                    <a:ext uri="{9D8B030D-6E8A-4147-A177-3AD203B41FA5}">
                      <a16:colId xmlns:a16="http://schemas.microsoft.com/office/drawing/2014/main" val="4063691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3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83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26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89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57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81 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67917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4C0D4A5-3DF8-10E2-1076-1F2AE19B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62" y="3372089"/>
            <a:ext cx="3581907" cy="22258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80A4D9-1FDF-692B-4AD7-734F080A7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4" y="3569873"/>
            <a:ext cx="3789156" cy="19332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30694E-3E9C-FFBF-B69B-E3E0BC77B5E5}"/>
              </a:ext>
            </a:extLst>
          </p:cNvPr>
          <p:cNvSpPr txBox="1"/>
          <p:nvPr/>
        </p:nvSpPr>
        <p:spPr>
          <a:xfrm>
            <a:off x="4872126" y="4205790"/>
            <a:ext cx="2840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ntonio ExtraLight" pitchFamily="2" charset="0"/>
              </a:rPr>
              <a:t>Bounce Rate – 49.29</a:t>
            </a:r>
            <a:endParaRPr lang="en-IN" sz="2400" dirty="0">
              <a:latin typeface="Antonio ExtraLigh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350" y="182067"/>
            <a:ext cx="38385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3922C"/>
                </a:solidFill>
              </a:rPr>
              <a:t>Event</a:t>
            </a:r>
            <a:endParaRPr sz="5400" dirty="0"/>
          </a:p>
        </p:txBody>
      </p:sp>
      <p:sp>
        <p:nvSpPr>
          <p:cNvPr id="3" name="object 3"/>
          <p:cNvSpPr/>
          <p:nvPr/>
        </p:nvSpPr>
        <p:spPr>
          <a:xfrm>
            <a:off x="4098672" y="129066"/>
            <a:ext cx="908303" cy="8930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3456914540"/>
              </p:ext>
            </p:extLst>
          </p:nvPr>
        </p:nvGraphicFramePr>
        <p:xfrm>
          <a:off x="9690100" y="3840536"/>
          <a:ext cx="2501900" cy="2237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FD24EEE9-62D7-C772-6A3F-3D0037EC3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92A7AA-8BB5-20F5-2427-4868752E6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18618"/>
              </p:ext>
            </p:extLst>
          </p:nvPr>
        </p:nvGraphicFramePr>
        <p:xfrm>
          <a:off x="1562100" y="1785146"/>
          <a:ext cx="8128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350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8642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17576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 View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26138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Feb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80,619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48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March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75,712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3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April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67,934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99310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814C229-3491-7D51-4B4D-1D8C293632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190575"/>
              </p:ext>
            </p:extLst>
          </p:nvPr>
        </p:nvGraphicFramePr>
        <p:xfrm>
          <a:off x="9690100" y="1603091"/>
          <a:ext cx="2501900" cy="2237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9519E3-4057-F620-09F9-37E54D7AD275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A8181E-5FB4-7F4C-7CC8-008ED2763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196386"/>
              </p:ext>
            </p:extLst>
          </p:nvPr>
        </p:nvGraphicFramePr>
        <p:xfrm>
          <a:off x="1562100" y="4022591"/>
          <a:ext cx="812800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350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8642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17576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Landing Page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26138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Feb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</a:rPr>
                        <a:t>19,249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48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March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</a:rPr>
                        <a:t>18,995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3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April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001F5F"/>
                          </a:solidFill>
                        </a:rPr>
                        <a:t>15,004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9931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D878-F81E-51B4-E5B2-9472F878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4DDAAE-A3C6-8E05-20BF-48617905F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0" y="152400"/>
            <a:ext cx="1981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3922C"/>
                </a:solidFill>
              </a:rPr>
              <a:t>Leads</a:t>
            </a:r>
            <a:endParaRPr sz="5400" dirty="0"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EE1BCFEB-DB2F-BA7B-C240-70D698E4B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891A09-4FEB-46A1-795E-3A5E8B8A7F85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C7785-E743-CFBB-4BDC-89B36DF7B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"/>
            <a:ext cx="843821" cy="843821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D8BB74-ED97-FC25-C8D6-B69B6BB95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969101"/>
              </p:ext>
            </p:extLst>
          </p:nvPr>
        </p:nvGraphicFramePr>
        <p:xfrm>
          <a:off x="1003662" y="1371600"/>
          <a:ext cx="10326536" cy="1447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81634">
                  <a:extLst>
                    <a:ext uri="{9D8B030D-6E8A-4147-A177-3AD203B41FA5}">
                      <a16:colId xmlns:a16="http://schemas.microsoft.com/office/drawing/2014/main" val="3709470082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1470196792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3251234016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2990109654"/>
                    </a:ext>
                  </a:extLst>
                </a:gridCol>
              </a:tblGrid>
              <a:tr h="6706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Leads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No of Booking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Site Visit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450034"/>
                  </a:ext>
                </a:extLst>
              </a:tr>
              <a:tr h="388564">
                <a:tc>
                  <a:txBody>
                    <a:bodyPr/>
                    <a:lstStyle/>
                    <a:p>
                      <a:pPr marL="0"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Keystone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407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338007"/>
                  </a:ext>
                </a:extLst>
              </a:tr>
              <a:tr h="388564">
                <a:tc>
                  <a:txBody>
                    <a:bodyPr/>
                    <a:lstStyle/>
                    <a:p>
                      <a:pPr marL="0"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Microsite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194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43455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2A5DDA4-9949-A5A4-1811-00C792E9B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798117"/>
              </p:ext>
            </p:extLst>
          </p:nvPr>
        </p:nvGraphicFramePr>
        <p:xfrm>
          <a:off x="1003662" y="3718560"/>
          <a:ext cx="490787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935">
                  <a:extLst>
                    <a:ext uri="{9D8B030D-6E8A-4147-A177-3AD203B41FA5}">
                      <a16:colId xmlns:a16="http://schemas.microsoft.com/office/drawing/2014/main" val="1587595"/>
                    </a:ext>
                  </a:extLst>
                </a:gridCol>
                <a:gridCol w="2453935">
                  <a:extLst>
                    <a:ext uri="{9D8B030D-6E8A-4147-A177-3AD203B41FA5}">
                      <a16:colId xmlns:a16="http://schemas.microsoft.com/office/drawing/2014/main" val="1248262913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Lead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1848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60.38%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8857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39.52 %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84809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F27A380-63B5-3A26-D610-CF36812BE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105930"/>
              </p:ext>
            </p:extLst>
          </p:nvPr>
        </p:nvGraphicFramePr>
        <p:xfrm>
          <a:off x="6422328" y="3718560"/>
          <a:ext cx="490787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935">
                  <a:extLst>
                    <a:ext uri="{9D8B030D-6E8A-4147-A177-3AD203B41FA5}">
                      <a16:colId xmlns:a16="http://schemas.microsoft.com/office/drawing/2014/main" val="1587595"/>
                    </a:ext>
                  </a:extLst>
                </a:gridCol>
                <a:gridCol w="2453935">
                  <a:extLst>
                    <a:ext uri="{9D8B030D-6E8A-4147-A177-3AD203B41FA5}">
                      <a16:colId xmlns:a16="http://schemas.microsoft.com/office/drawing/2014/main" val="1248262913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Lead%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1848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India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93.05%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8857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6.95%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8480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F7E1E-F557-89EB-EC8A-BDF3ACB92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95532"/>
              </p:ext>
            </p:extLst>
          </p:nvPr>
        </p:nvGraphicFramePr>
        <p:xfrm>
          <a:off x="1003662" y="2819400"/>
          <a:ext cx="1032653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81634">
                  <a:extLst>
                    <a:ext uri="{9D8B030D-6E8A-4147-A177-3AD203B41FA5}">
                      <a16:colId xmlns:a16="http://schemas.microsoft.com/office/drawing/2014/main" val="3010860298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9151807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2118670966"/>
                    </a:ext>
                  </a:extLst>
                </a:gridCol>
                <a:gridCol w="2581634">
                  <a:extLst>
                    <a:ext uri="{9D8B030D-6E8A-4147-A177-3AD203B41FA5}">
                      <a16:colId xmlns:a16="http://schemas.microsoft.com/office/drawing/2014/main" val="3252524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96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13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10"/>
              </a:spcBef>
            </a:pPr>
            <a:r>
              <a:rPr dirty="0"/>
              <a:t>Landing</a:t>
            </a:r>
            <a:r>
              <a:rPr spc="-80" dirty="0"/>
              <a:t> </a:t>
            </a:r>
            <a:r>
              <a:rPr spc="5" dirty="0">
                <a:solidFill>
                  <a:srgbClr val="F3922C"/>
                </a:solidFill>
              </a:rPr>
              <a:t>Page</a:t>
            </a: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6CDE6B2B-D869-D82B-96CE-D6DFB1191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414D80-3EFE-D06A-6451-0A2CF27B39D8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A05EE-9DF0-7D48-131E-A16340D9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95400"/>
            <a:ext cx="11430000" cy="4601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Page</a:t>
            </a:r>
            <a:r>
              <a:rPr lang="en-US" spc="-80" dirty="0"/>
              <a:t> </a:t>
            </a:r>
            <a:r>
              <a:rPr lang="en-US" spc="5" dirty="0">
                <a:solidFill>
                  <a:srgbClr val="F3922C"/>
                </a:solidFill>
              </a:rPr>
              <a:t>View</a:t>
            </a: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7863B364-494F-F860-A1D4-57714DC9E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CE96D4-6DCB-DA88-860B-E7BBA4DD0782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FEDC7-EBAA-202D-74D8-85AF9412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5" y="1376194"/>
            <a:ext cx="11277600" cy="45191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9907" y="172559"/>
            <a:ext cx="5552186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Demographic </a:t>
            </a:r>
            <a:r>
              <a:rPr dirty="0"/>
              <a:t>:</a:t>
            </a:r>
            <a:r>
              <a:rPr spc="-114" dirty="0"/>
              <a:t> </a:t>
            </a:r>
            <a:r>
              <a:rPr lang="en-US" spc="-114" dirty="0">
                <a:solidFill>
                  <a:srgbClr val="F3922C"/>
                </a:solidFill>
              </a:rPr>
              <a:t>Country </a:t>
            </a:r>
            <a:endParaRPr dirty="0">
              <a:solidFill>
                <a:srgbClr val="F3922C"/>
              </a:solidFill>
            </a:endParaRP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CF3F9AF9-F299-69AA-D756-5D9C0C6FD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4D9E0F-A50E-170E-EE70-5EEE4F0D8D1B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087A4-082D-B53D-8C7F-20D6236C4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11582400" cy="49261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34495"/>
            <a:ext cx="5171186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Demographic </a:t>
            </a:r>
            <a:r>
              <a:rPr dirty="0"/>
              <a:t>:</a:t>
            </a:r>
            <a:r>
              <a:rPr spc="-345" dirty="0"/>
              <a:t> </a:t>
            </a:r>
            <a:r>
              <a:rPr lang="en-US" spc="5" dirty="0">
                <a:solidFill>
                  <a:srgbClr val="F3922C"/>
                </a:solidFill>
              </a:rPr>
              <a:t>City</a:t>
            </a:r>
            <a:endParaRPr spc="5" dirty="0">
              <a:solidFill>
                <a:srgbClr val="F3922C"/>
              </a:solidFill>
            </a:endParaRP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9C1C7ABD-DD1A-FE4B-6A4C-5AC4F677F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2AC40-C51B-7F96-8FC2-C9759BF271C2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5B591-4CB3-C8C4-F5F7-A6F98B135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66800"/>
            <a:ext cx="11772900" cy="4923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6090D-10CE-AE0B-ABB8-BDCB7EB2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EA584F-A278-610A-43AB-0968E9086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0" y="134495"/>
            <a:ext cx="5171186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Demographic </a:t>
            </a:r>
            <a:r>
              <a:rPr dirty="0"/>
              <a:t>:</a:t>
            </a:r>
            <a:r>
              <a:rPr spc="-345" dirty="0"/>
              <a:t> </a:t>
            </a:r>
            <a:r>
              <a:rPr lang="en-US" spc="5" dirty="0">
                <a:solidFill>
                  <a:srgbClr val="F3922C"/>
                </a:solidFill>
              </a:rPr>
              <a:t>Age</a:t>
            </a:r>
            <a:endParaRPr spc="5" dirty="0">
              <a:solidFill>
                <a:srgbClr val="F3922C"/>
              </a:solidFill>
            </a:endParaRP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CA6B1578-9C2A-EDE3-A6B8-4F9020E24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9C5CC5-F05A-6E9E-E074-AB581921454F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CC69D-BFD7-945B-5823-DC23A805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00200"/>
            <a:ext cx="11734800" cy="392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8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FBD7-7577-1692-3955-A39BA3C5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A90E1A-53FB-4700-6223-0F08883DAA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7600" y="134495"/>
            <a:ext cx="64770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Demographic</a:t>
            </a:r>
            <a:r>
              <a:rPr dirty="0"/>
              <a:t>:</a:t>
            </a:r>
            <a:r>
              <a:rPr spc="-345" dirty="0"/>
              <a:t> </a:t>
            </a:r>
            <a:r>
              <a:rPr lang="en-US" spc="5" dirty="0">
                <a:solidFill>
                  <a:srgbClr val="F3922C"/>
                </a:solidFill>
              </a:rPr>
              <a:t>Interests</a:t>
            </a:r>
            <a:endParaRPr spc="5" dirty="0">
              <a:solidFill>
                <a:srgbClr val="F3922C"/>
              </a:solidFill>
            </a:endParaRPr>
          </a:p>
        </p:txBody>
      </p:sp>
      <p:pic>
        <p:nvPicPr>
          <p:cNvPr id="3" name="Picture 2" descr="keystone real estate logo">
            <a:extLst>
              <a:ext uri="{FF2B5EF4-FFF2-40B4-BE49-F238E27FC236}">
                <a16:creationId xmlns:a16="http://schemas.microsoft.com/office/drawing/2014/main" id="{67FDA727-C61E-8F95-F1B2-256CB2E33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42B4CD-7287-9CA9-0F5B-957A1D4ED025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87C01-C5B9-DA07-534E-355E9D9E4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52600"/>
            <a:ext cx="11887200" cy="348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62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1491" y="282905"/>
            <a:ext cx="70008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/>
              <a:t>Performance</a:t>
            </a:r>
            <a:r>
              <a:rPr sz="5400" spc="-45" dirty="0"/>
              <a:t> </a:t>
            </a:r>
            <a:r>
              <a:rPr sz="5400" dirty="0">
                <a:solidFill>
                  <a:schemeClr val="accent6"/>
                </a:solidFill>
              </a:rPr>
              <a:t>Overview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67710" y="5562918"/>
          <a:ext cx="6729093" cy="255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389">
                <a:tc>
                  <a:txBody>
                    <a:bodyPr/>
                    <a:lstStyle/>
                    <a:p>
                      <a:pPr marL="127000">
                        <a:lnSpc>
                          <a:spcPts val="1910"/>
                        </a:lnSpc>
                      </a:pPr>
                      <a:r>
                        <a:rPr sz="1800" dirty="0">
                          <a:solidFill>
                            <a:srgbClr val="6F2F9F"/>
                          </a:solidFill>
                          <a:latin typeface="Arial"/>
                          <a:cs typeface="Arial"/>
                        </a:rPr>
                        <a:t>Click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4055">
                        <a:lnSpc>
                          <a:spcPts val="1910"/>
                        </a:lnSpc>
                      </a:pPr>
                      <a:r>
                        <a:rPr sz="1800" dirty="0">
                          <a:solidFill>
                            <a:srgbClr val="0D03DB"/>
                          </a:solidFill>
                          <a:latin typeface="Arial"/>
                          <a:cs typeface="Arial"/>
                        </a:rPr>
                        <a:t>Impression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ts val="1910"/>
                        </a:lnSpc>
                      </a:pPr>
                      <a:r>
                        <a:rPr sz="1800" spc="-10" dirty="0">
                          <a:solidFill>
                            <a:srgbClr val="339933"/>
                          </a:solidFill>
                          <a:latin typeface="Arial"/>
                          <a:cs typeface="Arial"/>
                        </a:rPr>
                        <a:t>CTR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1910"/>
                        </a:lnSpc>
                      </a:pPr>
                      <a:r>
                        <a:rPr sz="1800" dirty="0">
                          <a:solidFill>
                            <a:srgbClr val="F3922C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2" descr="keystone real estate logo">
            <a:extLst>
              <a:ext uri="{FF2B5EF4-FFF2-40B4-BE49-F238E27FC236}">
                <a16:creationId xmlns:a16="http://schemas.microsoft.com/office/drawing/2014/main" id="{0D9FC39E-6AAB-3031-EF4E-8998B297A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FA0308-97D0-6D32-ED33-C3136C331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447599"/>
              </p:ext>
            </p:extLst>
          </p:nvPr>
        </p:nvGraphicFramePr>
        <p:xfrm>
          <a:off x="726588" y="1300454"/>
          <a:ext cx="10738824" cy="18803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47765">
                  <a:extLst>
                    <a:ext uri="{9D8B030D-6E8A-4147-A177-3AD203B41FA5}">
                      <a16:colId xmlns:a16="http://schemas.microsoft.com/office/drawing/2014/main" val="560882650"/>
                    </a:ext>
                  </a:extLst>
                </a:gridCol>
                <a:gridCol w="2785381">
                  <a:extLst>
                    <a:ext uri="{9D8B030D-6E8A-4147-A177-3AD203B41FA5}">
                      <a16:colId xmlns:a16="http://schemas.microsoft.com/office/drawing/2014/main" val="768117222"/>
                    </a:ext>
                  </a:extLst>
                </a:gridCol>
                <a:gridCol w="1510148">
                  <a:extLst>
                    <a:ext uri="{9D8B030D-6E8A-4147-A177-3AD203B41FA5}">
                      <a16:colId xmlns:a16="http://schemas.microsoft.com/office/drawing/2014/main" val="347443105"/>
                    </a:ext>
                  </a:extLst>
                </a:gridCol>
                <a:gridCol w="2147765">
                  <a:extLst>
                    <a:ext uri="{9D8B030D-6E8A-4147-A177-3AD203B41FA5}">
                      <a16:colId xmlns:a16="http://schemas.microsoft.com/office/drawing/2014/main" val="1184826576"/>
                    </a:ext>
                  </a:extLst>
                </a:gridCol>
                <a:gridCol w="2147765">
                  <a:extLst>
                    <a:ext uri="{9D8B030D-6E8A-4147-A177-3AD203B41FA5}">
                      <a16:colId xmlns:a16="http://schemas.microsoft.com/office/drawing/2014/main" val="3700153644"/>
                    </a:ext>
                  </a:extLst>
                </a:gridCol>
              </a:tblGrid>
              <a:tr h="6506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</a:rPr>
                        <a:t>Total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Click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</a:rPr>
                        <a:t>Total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Impression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45" dirty="0">
                          <a:solidFill>
                            <a:srgbClr val="FFFFFF"/>
                          </a:solidFill>
                        </a:rPr>
                        <a:t>Avg</a:t>
                      </a:r>
                      <a:r>
                        <a:rPr sz="1800" b="1" spc="3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</a:rPr>
                        <a:t>CTR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45" dirty="0">
                          <a:solidFill>
                            <a:srgbClr val="FFFFFF"/>
                          </a:solidFill>
                        </a:rPr>
                        <a:t>Avg</a:t>
                      </a:r>
                      <a:r>
                        <a:rPr sz="1800" b="1" spc="3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3417560495"/>
                  </a:ext>
                </a:extLst>
              </a:tr>
              <a:tr h="4099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Feb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9,693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840K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9 (PG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936949"/>
                  </a:ext>
                </a:extLst>
              </a:tr>
              <a:tr h="4099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March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10,285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882K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8.9 (PG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58079"/>
                  </a:ext>
                </a:extLst>
              </a:tr>
              <a:tr h="4099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</a:rPr>
                        <a:t>April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10,280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879K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  <a:endParaRPr lang="en-IN" b="1" dirty="0">
                        <a:solidFill>
                          <a:srgbClr val="001F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1F5F"/>
                          </a:solidFill>
                          <a:latin typeface="+mn-lt"/>
                          <a:ea typeface="+mn-ea"/>
                          <a:cs typeface="+mn-cs"/>
                        </a:rPr>
                        <a:t>8.9 (PG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5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10F75D-75BA-74BB-FABA-4777DE29279D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D1329E-DBF1-BE18-37B2-8DD74C1C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53" y="3642751"/>
            <a:ext cx="10815188" cy="18803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96" y="55418"/>
            <a:ext cx="446468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5" dirty="0">
                <a:solidFill>
                  <a:srgbClr val="001F5F"/>
                </a:solidFill>
                <a:latin typeface="Arial"/>
                <a:cs typeface="Arial"/>
              </a:rPr>
              <a:t>Page Speed</a:t>
            </a:r>
            <a:r>
              <a:rPr sz="4000" spc="-11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chemeClr val="accent6"/>
                </a:solidFill>
                <a:latin typeface="Arial"/>
                <a:cs typeface="Arial"/>
              </a:rPr>
              <a:t>Insight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902" y="734667"/>
            <a:ext cx="1752599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solidFill>
                  <a:srgbClr val="F3922C"/>
                </a:solidFill>
                <a:latin typeface="Arial"/>
                <a:cs typeface="Arial"/>
              </a:rPr>
              <a:t>Mobile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3676" y="724765"/>
            <a:ext cx="189611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spc="5" dirty="0">
                <a:solidFill>
                  <a:srgbClr val="F3922C"/>
                </a:solidFill>
                <a:latin typeface="Arial"/>
                <a:cs typeface="Arial"/>
              </a:rPr>
              <a:t>De</a:t>
            </a:r>
            <a:r>
              <a:rPr sz="3200" spc="15" dirty="0">
                <a:solidFill>
                  <a:srgbClr val="F3922C"/>
                </a:solidFill>
                <a:latin typeface="Arial"/>
                <a:cs typeface="Arial"/>
              </a:rPr>
              <a:t>s</a:t>
            </a:r>
            <a:r>
              <a:rPr sz="3200" dirty="0">
                <a:solidFill>
                  <a:srgbClr val="F3922C"/>
                </a:solidFill>
                <a:latin typeface="Arial"/>
                <a:cs typeface="Arial"/>
              </a:rPr>
              <a:t>ktop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14" name="Picture 2" descr="keystone real estate logo">
            <a:extLst>
              <a:ext uri="{FF2B5EF4-FFF2-40B4-BE49-F238E27FC236}">
                <a16:creationId xmlns:a16="http://schemas.microsoft.com/office/drawing/2014/main" id="{29FC2567-2A55-C4F8-3499-B8D9A869F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F80ECC-1E10-0AE5-A522-D7EF1F1F7B4C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3462AB6-C67F-F1CC-0313-34D846870A60}"/>
              </a:ext>
            </a:extLst>
          </p:cNvPr>
          <p:cNvSpPr txBox="1"/>
          <p:nvPr/>
        </p:nvSpPr>
        <p:spPr>
          <a:xfrm>
            <a:off x="369024" y="2362200"/>
            <a:ext cx="1269276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400" b="1" dirty="0">
                <a:solidFill>
                  <a:srgbClr val="002060"/>
                </a:solidFill>
                <a:latin typeface="Arial"/>
                <a:cs typeface="Arial"/>
              </a:rPr>
              <a:t>March</a:t>
            </a:r>
            <a:endParaRPr sz="2400" b="1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C8085E92-45AA-F30B-3A32-2D7387D97370}"/>
              </a:ext>
            </a:extLst>
          </p:cNvPr>
          <p:cNvSpPr txBox="1"/>
          <p:nvPr/>
        </p:nvSpPr>
        <p:spPr>
          <a:xfrm>
            <a:off x="369024" y="4724400"/>
            <a:ext cx="1040675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400" b="1" dirty="0">
                <a:solidFill>
                  <a:srgbClr val="002060"/>
                </a:solidFill>
                <a:latin typeface="Arial"/>
                <a:cs typeface="Arial"/>
              </a:rPr>
              <a:t>April</a:t>
            </a:r>
            <a:endParaRPr sz="2400" b="1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9C886-BE5E-BE6E-1FCC-129A38EA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08" y="1676617"/>
            <a:ext cx="3053505" cy="189394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9FD8C2-FC17-1FCE-E349-11BA546CA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989" y="1676617"/>
            <a:ext cx="3429000" cy="18675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3DECEC-310D-E29A-5343-BBBF890B1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956" y="4128637"/>
            <a:ext cx="3167057" cy="18939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3DE5FE-B632-CE99-3943-4FCCF112D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601" y="4023455"/>
            <a:ext cx="3524399" cy="18825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7662-218D-94A1-C606-E8891774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38A0A0-9F9D-7CD7-BC79-E7A26C0A2E7E}"/>
              </a:ext>
            </a:extLst>
          </p:cNvPr>
          <p:cNvSpPr txBox="1"/>
          <p:nvPr/>
        </p:nvSpPr>
        <p:spPr>
          <a:xfrm>
            <a:off x="3905596" y="55418"/>
            <a:ext cx="4705004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000" spc="5" dirty="0">
                <a:solidFill>
                  <a:srgbClr val="001F5F"/>
                </a:solidFill>
                <a:latin typeface="Arial"/>
                <a:cs typeface="Arial"/>
              </a:rPr>
              <a:t>GMB </a:t>
            </a:r>
            <a:r>
              <a:rPr lang="en-US" sz="4000" dirty="0">
                <a:solidFill>
                  <a:schemeClr val="accent6"/>
                </a:solidFill>
                <a:latin typeface="Arial"/>
                <a:cs typeface="Arial"/>
              </a:rPr>
              <a:t>Performance	</a:t>
            </a:r>
            <a:endParaRPr sz="40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4" name="Picture 2" descr="keystone real estate logo">
            <a:extLst>
              <a:ext uri="{FF2B5EF4-FFF2-40B4-BE49-F238E27FC236}">
                <a16:creationId xmlns:a16="http://schemas.microsoft.com/office/drawing/2014/main" id="{F5D6C859-CB84-0C91-43E6-B60CD1D2A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81A995-0AD9-E332-6290-E812D27FBC39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0EF3D2C5-E412-1062-EFB1-2D3B1FF64A94}"/>
              </a:ext>
            </a:extLst>
          </p:cNvPr>
          <p:cNvSpPr txBox="1"/>
          <p:nvPr/>
        </p:nvSpPr>
        <p:spPr>
          <a:xfrm>
            <a:off x="877882" y="581702"/>
            <a:ext cx="470500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spc="5" dirty="0">
                <a:solidFill>
                  <a:srgbClr val="001F5F"/>
                </a:solidFill>
                <a:latin typeface="Arial"/>
                <a:cs typeface="Arial"/>
              </a:rPr>
              <a:t>Profile Interaction</a:t>
            </a:r>
            <a:endParaRPr sz="2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FD45B-1967-357C-34D3-44DEE178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44" y="1025896"/>
            <a:ext cx="5472165" cy="2137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D3BB3A-75AB-71CC-F594-AB2C34324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44" y="3136592"/>
            <a:ext cx="2571101" cy="2992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365A8-6BC5-B1A1-6218-A3C0A5A69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934565"/>
            <a:ext cx="3838775" cy="518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1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36D3-E4ED-4474-80A7-680CA3B1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0E4BE1-648A-742E-C962-BEC785744EBB}"/>
              </a:ext>
            </a:extLst>
          </p:cNvPr>
          <p:cNvSpPr txBox="1"/>
          <p:nvPr/>
        </p:nvSpPr>
        <p:spPr>
          <a:xfrm>
            <a:off x="3905596" y="55418"/>
            <a:ext cx="4705004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000" spc="5" dirty="0">
                <a:solidFill>
                  <a:srgbClr val="001F5F"/>
                </a:solidFill>
                <a:latin typeface="Arial"/>
                <a:cs typeface="Arial"/>
              </a:rPr>
              <a:t>GMB </a:t>
            </a:r>
            <a:r>
              <a:rPr lang="en-US" sz="4000" dirty="0">
                <a:solidFill>
                  <a:schemeClr val="accent6"/>
                </a:solidFill>
                <a:latin typeface="Arial"/>
                <a:cs typeface="Arial"/>
              </a:rPr>
              <a:t>Performance	</a:t>
            </a:r>
            <a:endParaRPr sz="40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4" name="Picture 2" descr="keystone real estate logo">
            <a:extLst>
              <a:ext uri="{FF2B5EF4-FFF2-40B4-BE49-F238E27FC236}">
                <a16:creationId xmlns:a16="http://schemas.microsoft.com/office/drawing/2014/main" id="{1581A2B4-7171-D5F4-F168-A6510D87B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2B66D5-FCF0-D51E-141C-FD7F0E1D954C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56AD335B-0836-D8F8-EB8C-DC373BCB8803}"/>
              </a:ext>
            </a:extLst>
          </p:cNvPr>
          <p:cNvSpPr txBox="1"/>
          <p:nvPr/>
        </p:nvSpPr>
        <p:spPr>
          <a:xfrm>
            <a:off x="3385258" y="956065"/>
            <a:ext cx="104067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spc="5" dirty="0">
                <a:solidFill>
                  <a:schemeClr val="accent6"/>
                </a:solidFill>
                <a:latin typeface="Arial"/>
                <a:cs typeface="Arial"/>
              </a:rPr>
              <a:t>Call</a:t>
            </a:r>
            <a:endParaRPr sz="2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5C4665B-6157-91BE-6EC1-528A1D42BF00}"/>
              </a:ext>
            </a:extLst>
          </p:cNvPr>
          <p:cNvSpPr txBox="1"/>
          <p:nvPr/>
        </p:nvSpPr>
        <p:spPr>
          <a:xfrm>
            <a:off x="7391400" y="1961048"/>
            <a:ext cx="287284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spc="5" dirty="0">
                <a:solidFill>
                  <a:srgbClr val="001F5F"/>
                </a:solidFill>
                <a:latin typeface="Arial"/>
                <a:cs typeface="Arial"/>
              </a:rPr>
              <a:t>Website Traffic</a:t>
            </a:r>
            <a:endParaRPr sz="2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E2C4C4D6-55D0-5219-8E40-E1B53EE282EA}"/>
              </a:ext>
            </a:extLst>
          </p:cNvPr>
          <p:cNvSpPr txBox="1"/>
          <p:nvPr/>
        </p:nvSpPr>
        <p:spPr>
          <a:xfrm>
            <a:off x="3066359" y="3938629"/>
            <a:ext cx="167847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spc="5" dirty="0">
                <a:solidFill>
                  <a:schemeClr val="accent6"/>
                </a:solidFill>
                <a:latin typeface="Arial"/>
                <a:cs typeface="Arial"/>
              </a:rPr>
              <a:t>Direction</a:t>
            </a:r>
            <a:endParaRPr sz="2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C68A6-FDA1-3ECB-9FB2-DA035573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0" y="1444065"/>
            <a:ext cx="4705004" cy="17325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184D76-C68F-A707-60B1-34DA8116E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80" y="4495800"/>
            <a:ext cx="4705004" cy="1754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2DE774-FCF4-2625-9DDD-F45E12A98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2819400"/>
            <a:ext cx="5471941" cy="200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3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8A721-6BC2-5D62-9BCE-D04CCBF7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518950-1947-A39F-E7D8-262DF86D3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43400" y="354967"/>
            <a:ext cx="43338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/>
              <a:t>FF-Page</a:t>
            </a:r>
            <a:r>
              <a:rPr sz="5400" spc="-55" dirty="0"/>
              <a:t> </a:t>
            </a:r>
            <a:r>
              <a:rPr sz="5400" spc="-5" dirty="0">
                <a:solidFill>
                  <a:srgbClr val="F3922C"/>
                </a:solidFill>
              </a:rPr>
              <a:t>SEO</a:t>
            </a:r>
            <a:endParaRPr sz="540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FCA8C0C-EB15-7446-E803-72E162A5A013}"/>
              </a:ext>
            </a:extLst>
          </p:cNvPr>
          <p:cNvGrpSpPr/>
          <p:nvPr/>
        </p:nvGrpSpPr>
        <p:grpSpPr>
          <a:xfrm>
            <a:off x="3035300" y="152400"/>
            <a:ext cx="6718300" cy="6715125"/>
            <a:chOff x="2737104" y="143254"/>
            <a:chExt cx="6718300" cy="67151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F325E3E-552C-8421-8C2A-D227D6F408C8}"/>
                </a:ext>
              </a:extLst>
            </p:cNvPr>
            <p:cNvSpPr/>
            <p:nvPr/>
          </p:nvSpPr>
          <p:spPr>
            <a:xfrm>
              <a:off x="2737104" y="143254"/>
              <a:ext cx="6717792" cy="671474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6D0C0B-5722-05FB-400E-86FBD63721C9}"/>
                </a:ext>
              </a:extLst>
            </p:cNvPr>
            <p:cNvSpPr/>
            <p:nvPr/>
          </p:nvSpPr>
          <p:spPr>
            <a:xfrm>
              <a:off x="3136392" y="356615"/>
              <a:ext cx="883919" cy="8839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Picture 2" descr="keystone real estate logo">
            <a:extLst>
              <a:ext uri="{FF2B5EF4-FFF2-40B4-BE49-F238E27FC236}">
                <a16:creationId xmlns:a16="http://schemas.microsoft.com/office/drawing/2014/main" id="{181438CE-EBCE-983C-7517-8227BAFC4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76379-8F3D-69D5-A589-38A5C54C55B7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788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92351"/>
            <a:ext cx="635469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Social</a:t>
            </a:r>
            <a:r>
              <a:rPr sz="5400" spc="-95" dirty="0"/>
              <a:t> </a:t>
            </a:r>
            <a:r>
              <a:rPr sz="5400" dirty="0">
                <a:solidFill>
                  <a:srgbClr val="F3922C"/>
                </a:solidFill>
              </a:rPr>
              <a:t>Bookma</a:t>
            </a:r>
            <a:r>
              <a:rPr lang="en-US" sz="5400" dirty="0">
                <a:solidFill>
                  <a:srgbClr val="F3922C"/>
                </a:solidFill>
              </a:rPr>
              <a:t>r</a:t>
            </a:r>
            <a:r>
              <a:rPr sz="5400" dirty="0">
                <a:solidFill>
                  <a:srgbClr val="F3922C"/>
                </a:solidFill>
              </a:rPr>
              <a:t>king</a:t>
            </a:r>
            <a:endParaRPr sz="5400" dirty="0"/>
          </a:p>
        </p:txBody>
      </p:sp>
      <p:sp>
        <p:nvSpPr>
          <p:cNvPr id="3" name="object 3"/>
          <p:cNvSpPr/>
          <p:nvPr/>
        </p:nvSpPr>
        <p:spPr>
          <a:xfrm>
            <a:off x="701753" y="2250676"/>
            <a:ext cx="3452222" cy="222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742228"/>
              </p:ext>
            </p:extLst>
          </p:nvPr>
        </p:nvGraphicFramePr>
        <p:xfrm>
          <a:off x="4398567" y="1623960"/>
          <a:ext cx="7091680" cy="46253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22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https://justpep.com/story/business/godrej-urban-park-in-powai-mumbai-price-floor-plan-brochure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3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https://www.diigo.com/user/homeconsulting62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https://www.freewebmarks.com/story/godrej-urban-park-in-powai-mumbai-price-floor-plan-brochure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https://www.socialbookmarkiseasy.info/preview-story/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https://www.bookmarktheme.info/preview-listing/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https://www.productbookmarks.com/preview-post/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https://www.bookmarkbuzz.com/preview-bookmark/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https://www.indusdirectory.com/preview-directory/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https://www.usbookmarks.com/preview-story/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4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https://www.nativebookmarks.com/preview-article/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5" dirty="0"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https://justpep.com/story/business/godrej-urban-park-in-powai-mumbai-price-floor-plan-brochure</a:t>
                      </a:r>
                      <a:endParaRPr lang="en-IN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9050" marB="1905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7" name="Picture 2" descr="keystone real estate logo">
            <a:extLst>
              <a:ext uri="{FF2B5EF4-FFF2-40B4-BE49-F238E27FC236}">
                <a16:creationId xmlns:a16="http://schemas.microsoft.com/office/drawing/2014/main" id="{4ED99C45-E82F-E1A3-B65A-4BC745E4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1AFDFC-AA49-892B-C0F7-945F9570F86A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D49E1-069B-0E6F-5551-FB87348D8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91996"/>
              </p:ext>
            </p:extLst>
          </p:nvPr>
        </p:nvGraphicFramePr>
        <p:xfrm>
          <a:off x="4398567" y="1200432"/>
          <a:ext cx="709168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45840">
                  <a:extLst>
                    <a:ext uri="{9D8B030D-6E8A-4147-A177-3AD203B41FA5}">
                      <a16:colId xmlns:a16="http://schemas.microsoft.com/office/drawing/2014/main" val="441538987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3221547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Bookmarking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08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357" y="228041"/>
            <a:ext cx="53257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Business</a:t>
            </a:r>
            <a:r>
              <a:rPr sz="5400" spc="-90" dirty="0"/>
              <a:t> </a:t>
            </a:r>
            <a:r>
              <a:rPr sz="5400" dirty="0">
                <a:solidFill>
                  <a:srgbClr val="F3922C"/>
                </a:solidFill>
              </a:rPr>
              <a:t>Listings</a:t>
            </a:r>
            <a:endParaRPr sz="5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64358"/>
              </p:ext>
            </p:extLst>
          </p:nvPr>
        </p:nvGraphicFramePr>
        <p:xfrm>
          <a:off x="4318447" y="1600200"/>
          <a:ext cx="7091045" cy="4335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https://www.businessfinder.in/?post_type=listing&amp;p=97351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https://in.enrollbusiness.com/BusinessProfile/6471747/Keystone%20-%20Best%20Real%20Estate%20Property%20Dealers,%20Agents%20in%20India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https://www.poweredindia.com/users/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https://mumbai.locanto.me/ID_6625745626/Keystone-Best-Real-Estate-Property-Dealers-Agents-in-India.html&amp;myads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https://global.showmelocal.com/dashboard/blocked.aspx?bid=36801391</a:t>
                      </a:r>
                      <a:endParaRPr lang="en-US" sz="1400" u="sng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https://keystonerealty.2fl.co/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https://service.opendi.in/verify?sid=39549&amp;key=6560797547d40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https://www.cybo.com/IN-biz/keystone-real-estate-advisory_10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https://www.indiacom.com/thankyou?from=addyourlist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5" dirty="0">
                          <a:latin typeface="Arial"/>
                          <a:cs typeface="Arial"/>
                        </a:rPr>
                        <a:t>10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https://www.freelistingindia.in/listings/keystone-best-real-estate-property-dealers-agents-in-india</a:t>
                      </a:r>
                      <a:endParaRPr lang="en-US" sz="1400" u="sng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45637" y="2803155"/>
            <a:ext cx="2767851" cy="11136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keystone real estate logo">
            <a:extLst>
              <a:ext uri="{FF2B5EF4-FFF2-40B4-BE49-F238E27FC236}">
                <a16:creationId xmlns:a16="http://schemas.microsoft.com/office/drawing/2014/main" id="{AAA88F16-3287-D331-658B-41C06E4F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630FF1-418E-FEDA-89C1-1A823CBA1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87131"/>
              </p:ext>
            </p:extLst>
          </p:nvPr>
        </p:nvGraphicFramePr>
        <p:xfrm>
          <a:off x="4318447" y="1153197"/>
          <a:ext cx="709168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45840">
                  <a:extLst>
                    <a:ext uri="{9D8B030D-6E8A-4147-A177-3AD203B41FA5}">
                      <a16:colId xmlns:a16="http://schemas.microsoft.com/office/drawing/2014/main" val="441538987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3221547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Listing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08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1429" y="197942"/>
            <a:ext cx="57423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Business</a:t>
            </a:r>
            <a:r>
              <a:rPr sz="5400" spc="-100" dirty="0"/>
              <a:t> </a:t>
            </a:r>
            <a:r>
              <a:rPr sz="5400" dirty="0">
                <a:solidFill>
                  <a:srgbClr val="F3922C"/>
                </a:solidFill>
              </a:rPr>
              <a:t>Directory</a:t>
            </a:r>
            <a:endParaRPr sz="5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45437"/>
              </p:ext>
            </p:extLst>
          </p:nvPr>
        </p:nvGraphicFramePr>
        <p:xfrm>
          <a:off x="4343400" y="1905000"/>
          <a:ext cx="7091045" cy="4023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 dirty="0">
                          <a:solidFill>
                            <a:srgbClr val="1155CC"/>
                          </a:solidFill>
                          <a:effectLst/>
                          <a:hlinkClick r:id="rId2"/>
                        </a:rPr>
                        <a:t>https://www.seooptimizationdirectory.com/submit.php?c=132</a:t>
                      </a:r>
                      <a:endParaRPr lang="en-IN" u="sng" dirty="0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3"/>
                        </a:rPr>
                        <a:t>https://www.familydir.com/submit.php?c=80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4"/>
                        </a:rPr>
                        <a:t>https://target-directory.com/submit?c=80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5"/>
                        </a:rPr>
                        <a:t>https://www.craigslistdir.org/submit.php?c=110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6"/>
                        </a:rPr>
                        <a:t>https://www.freeseolink.org/submit.php?c=50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7"/>
                        </a:rPr>
                        <a:t>https://www.gowwwlist.com/submit.php?c=540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8"/>
                        </a:rPr>
                        <a:t>https://directory4.org/submit?c=80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9"/>
                        </a:rPr>
                        <a:t>https://worldweb-directory.com/add.php?c=42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>
                          <a:solidFill>
                            <a:srgbClr val="1155CC"/>
                          </a:solidFill>
                          <a:effectLst/>
                          <a:hlinkClick r:id="rId10"/>
                        </a:rPr>
                        <a:t>https://www.blahoo.net/Business_Economy/</a:t>
                      </a:r>
                      <a:endParaRPr lang="en-IN" u="sng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u="sng" dirty="0">
                          <a:solidFill>
                            <a:srgbClr val="1155CC"/>
                          </a:solidFill>
                          <a:effectLst/>
                          <a:hlinkClick r:id="rId11"/>
                        </a:rPr>
                        <a:t>https://www.ecobluedirectory.com/submit.php?c=80</a:t>
                      </a:r>
                      <a:endParaRPr lang="en-IN" u="sng" dirty="0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96823" y="2691310"/>
            <a:ext cx="3133725" cy="144756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keystone real estate logo">
            <a:extLst>
              <a:ext uri="{FF2B5EF4-FFF2-40B4-BE49-F238E27FC236}">
                <a16:creationId xmlns:a16="http://schemas.microsoft.com/office/drawing/2014/main" id="{1F635F9F-06B9-26DE-FDAB-67C90922A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61841C-FF5C-5769-5A9A-AB19D24C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615279"/>
              </p:ext>
            </p:extLst>
          </p:nvPr>
        </p:nvGraphicFramePr>
        <p:xfrm>
          <a:off x="4342765" y="1312863"/>
          <a:ext cx="709168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45840">
                  <a:extLst>
                    <a:ext uri="{9D8B030D-6E8A-4147-A177-3AD203B41FA5}">
                      <a16:colId xmlns:a16="http://schemas.microsoft.com/office/drawing/2014/main" val="441538987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3221547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Directory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08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54BC-5EAD-A009-D41A-E1617747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DB4E12-1DF0-3FA3-5162-CF43D8FE4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-20897"/>
            <a:ext cx="54000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Keyword</a:t>
            </a:r>
            <a:r>
              <a:rPr spc="-75" dirty="0"/>
              <a:t> </a:t>
            </a:r>
            <a:r>
              <a:rPr lang="en-US" spc="-5" dirty="0">
                <a:solidFill>
                  <a:srgbClr val="F3922C"/>
                </a:solidFill>
              </a:rPr>
              <a:t>Position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3B689F-8F8C-317D-500B-4EF72E098536}"/>
              </a:ext>
            </a:extLst>
          </p:cNvPr>
          <p:cNvSpPr/>
          <p:nvPr/>
        </p:nvSpPr>
        <p:spPr>
          <a:xfrm>
            <a:off x="3447288" y="65033"/>
            <a:ext cx="515112" cy="528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7454B77F-8225-8806-1D1A-61640E17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2675E1-D0DD-89BB-CEC4-52E52354D8CF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3E04CAA-6DFC-D8BA-217D-D9B57374F6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14530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47543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1BF7-DB38-5C27-19C7-C2C57D9C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735452-FB2B-6269-06FF-2ACAC194F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-20897"/>
            <a:ext cx="54000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Keyword</a:t>
            </a:r>
            <a:r>
              <a:rPr spc="-75" dirty="0"/>
              <a:t> </a:t>
            </a:r>
            <a:r>
              <a:rPr spc="-5" dirty="0">
                <a:solidFill>
                  <a:srgbClr val="F3922C"/>
                </a:solidFill>
              </a:rPr>
              <a:t>Ranking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3D030F8-B098-AF0A-0781-8A113E51B3AA}"/>
              </a:ext>
            </a:extLst>
          </p:cNvPr>
          <p:cNvSpPr/>
          <p:nvPr/>
        </p:nvSpPr>
        <p:spPr>
          <a:xfrm>
            <a:off x="3447288" y="65033"/>
            <a:ext cx="515112" cy="5284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A2CA8118-CCAB-3EF7-9DD1-63400E799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F3C5610-6468-6F7C-41AD-1EE2A55A0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945887"/>
              </p:ext>
            </p:extLst>
          </p:nvPr>
        </p:nvGraphicFramePr>
        <p:xfrm>
          <a:off x="685800" y="588999"/>
          <a:ext cx="4876802" cy="5533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219450" imgH="5724525" progId="Excel.Sheet.12">
                  <p:embed/>
                </p:oleObj>
              </mc:Choice>
              <mc:Fallback>
                <p:oleObj name="Worksheet" r:id="rId5" imgW="3219450" imgH="5724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588999"/>
                        <a:ext cx="4876802" cy="5533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3D3D5D7-9E2C-E3B8-1DBF-D59776943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541113"/>
              </p:ext>
            </p:extLst>
          </p:nvPr>
        </p:nvGraphicFramePr>
        <p:xfrm>
          <a:off x="7093481" y="607480"/>
          <a:ext cx="4537918" cy="5533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219450" imgH="5724525" progId="Excel.Sheet.12">
                  <p:embed/>
                </p:oleObj>
              </mc:Choice>
              <mc:Fallback>
                <p:oleObj name="Worksheet" r:id="rId7" imgW="3219450" imgH="5724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3481" y="607480"/>
                        <a:ext cx="4537918" cy="5533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4488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2A26-8EDA-89D6-9D4D-FB5B4037B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31AA68-1275-4B07-1959-FF52B2ADB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-20897"/>
            <a:ext cx="54000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Keyword</a:t>
            </a:r>
            <a:r>
              <a:rPr spc="-75" dirty="0"/>
              <a:t> </a:t>
            </a:r>
            <a:r>
              <a:rPr spc="-5" dirty="0">
                <a:solidFill>
                  <a:srgbClr val="F3922C"/>
                </a:solidFill>
              </a:rPr>
              <a:t>Ranking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C7FBC4-8913-AEFC-84F2-E9B14689109C}"/>
              </a:ext>
            </a:extLst>
          </p:cNvPr>
          <p:cNvSpPr/>
          <p:nvPr/>
        </p:nvSpPr>
        <p:spPr>
          <a:xfrm>
            <a:off x="3447288" y="65033"/>
            <a:ext cx="515112" cy="528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F92226A2-9983-CA21-EE72-8C16544F8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17C46FC-F3A8-317F-3846-D42980D76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61257"/>
              </p:ext>
            </p:extLst>
          </p:nvPr>
        </p:nvGraphicFramePr>
        <p:xfrm>
          <a:off x="609598" y="566825"/>
          <a:ext cx="5486402" cy="5767485"/>
        </p:xfrm>
        <a:graphic>
          <a:graphicData uri="http://schemas.openxmlformats.org/drawingml/2006/table">
            <a:tbl>
              <a:tblPr/>
              <a:tblGrid>
                <a:gridCol w="4267202">
                  <a:extLst>
                    <a:ext uri="{9D8B030D-6E8A-4147-A177-3AD203B41FA5}">
                      <a16:colId xmlns:a16="http://schemas.microsoft.com/office/drawing/2014/main" val="263945145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01546132"/>
                    </a:ext>
                  </a:extLst>
                </a:gridCol>
              </a:tblGrid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Generic Keywords</a:t>
                      </a:r>
                    </a:p>
                  </a:txBody>
                  <a:tcPr marL="4790" marR="4790" marT="4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790" marR="4790" marT="4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597738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661014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fastest growing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502254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184338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city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44172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cities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38943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modern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21399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city to live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47990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of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93179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developed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703213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neighborhoods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1433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58229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area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302631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developing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1689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goregaon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8933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fastest growing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057536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fastest developing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74442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of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350297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924048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dlf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project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andheri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1167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area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232171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developing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608755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residential area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236041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top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165226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779718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north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632694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286451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fastest growing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600860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89818"/>
                  </a:ext>
                </a:extLst>
              </a:tr>
              <a:tr h="1877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city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9771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11A30AB-EBA9-3679-02D8-9F19FC9D3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48933"/>
              </p:ext>
            </p:extLst>
          </p:nvPr>
        </p:nvGraphicFramePr>
        <p:xfrm>
          <a:off x="6553200" y="609599"/>
          <a:ext cx="5029202" cy="5720835"/>
        </p:xfrm>
        <a:graphic>
          <a:graphicData uri="http://schemas.openxmlformats.org/drawingml/2006/table">
            <a:tbl>
              <a:tblPr/>
              <a:tblGrid>
                <a:gridCol w="4246066">
                  <a:extLst>
                    <a:ext uri="{9D8B030D-6E8A-4147-A177-3AD203B41FA5}">
                      <a16:colId xmlns:a16="http://schemas.microsoft.com/office/drawing/2014/main" val="1929921289"/>
                    </a:ext>
                  </a:extLst>
                </a:gridCol>
                <a:gridCol w="783136">
                  <a:extLst>
                    <a:ext uri="{9D8B030D-6E8A-4147-A177-3AD203B41FA5}">
                      <a16:colId xmlns:a16="http://schemas.microsoft.com/office/drawing/2014/main" val="1702144618"/>
                    </a:ext>
                  </a:extLst>
                </a:gridCol>
              </a:tblGrid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Generic Keywords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58071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flats for sale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865678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in thane for sale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7817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in south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11425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918522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kandivali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east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93092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property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33519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flat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25599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andheri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east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80613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 for sale in north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bangalore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29752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apartment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53818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state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042118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top 10 city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268353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real estate developers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38927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bhk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flat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9952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bhk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flats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25987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malad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405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goregaon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10096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2bhk flat price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32781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68605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state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03454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top 10 city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445030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real estate developers in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4817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bhk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flat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75466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bhk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flats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6468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malad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51183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goregaon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6855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2bhk flat price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3696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824060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state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060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01C4F6-991B-D99B-AD57-BE678130CB25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34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D976-FC21-782A-5F89-CAE8763CA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ACF5AF-AA6A-7801-E38E-DB9523C53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-20897"/>
            <a:ext cx="54000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Keyword</a:t>
            </a:r>
            <a:r>
              <a:rPr spc="-75" dirty="0"/>
              <a:t> </a:t>
            </a:r>
            <a:r>
              <a:rPr spc="-5" dirty="0">
                <a:solidFill>
                  <a:srgbClr val="F3922C"/>
                </a:solidFill>
              </a:rPr>
              <a:t>Ranking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C846BD-D145-036F-35F5-B583109FEC64}"/>
              </a:ext>
            </a:extLst>
          </p:cNvPr>
          <p:cNvSpPr/>
          <p:nvPr/>
        </p:nvSpPr>
        <p:spPr>
          <a:xfrm>
            <a:off x="3447288" y="65033"/>
            <a:ext cx="515112" cy="528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keystone real estate logo">
            <a:extLst>
              <a:ext uri="{FF2B5EF4-FFF2-40B4-BE49-F238E27FC236}">
                <a16:creationId xmlns:a16="http://schemas.microsoft.com/office/drawing/2014/main" id="{DB8985DF-0212-AD62-B097-4EBCF47B5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EB97FC2-700F-012E-F93C-1FAE4E6CE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33234"/>
              </p:ext>
            </p:extLst>
          </p:nvPr>
        </p:nvGraphicFramePr>
        <p:xfrm>
          <a:off x="609598" y="609600"/>
          <a:ext cx="5257799" cy="5767415"/>
        </p:xfrm>
        <a:graphic>
          <a:graphicData uri="http://schemas.openxmlformats.org/drawingml/2006/table">
            <a:tbl>
              <a:tblPr/>
              <a:tblGrid>
                <a:gridCol w="4439066">
                  <a:extLst>
                    <a:ext uri="{9D8B030D-6E8A-4147-A177-3AD203B41FA5}">
                      <a16:colId xmlns:a16="http://schemas.microsoft.com/office/drawing/2014/main" val="2639451453"/>
                    </a:ext>
                  </a:extLst>
                </a:gridCol>
                <a:gridCol w="818733">
                  <a:extLst>
                    <a:ext uri="{9D8B030D-6E8A-4147-A177-3AD203B41FA5}">
                      <a16:colId xmlns:a16="http://schemas.microsoft.com/office/drawing/2014/main" val="1601546132"/>
                    </a:ext>
                  </a:extLst>
                </a:gridCol>
              </a:tblGrid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Generic Keywords</a:t>
                      </a:r>
                    </a:p>
                  </a:txBody>
                  <a:tcPr marL="4790" marR="4790" marT="4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790" marR="4790" marT="4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597738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661014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502254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developing cities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184338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ready to move flats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goregaon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44172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fastest developing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38943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place in india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21399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mahalaxmi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47990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 city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93179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growing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703213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india infrastructure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1433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cities of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58229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 top 10 developed city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302631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areas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1689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buy 1bhk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8933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developed city of india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057536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top 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74442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places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350297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modern city india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924048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sea facing apartments in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1167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ranking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232171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neighborhood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608755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residential areas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236041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165226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expensive society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779718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maharashtra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632694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1bhk for sale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286451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600860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wagholi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89818"/>
                  </a:ext>
                </a:extLst>
              </a:tr>
              <a:tr h="1876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developing cities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9771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99CDB6E-512F-A29B-50B2-6FCFA4384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48183"/>
              </p:ext>
            </p:extLst>
          </p:nvPr>
        </p:nvGraphicFramePr>
        <p:xfrm>
          <a:off x="6553200" y="609599"/>
          <a:ext cx="5029202" cy="5767485"/>
        </p:xfrm>
        <a:graphic>
          <a:graphicData uri="http://schemas.openxmlformats.org/drawingml/2006/table">
            <a:tbl>
              <a:tblPr/>
              <a:tblGrid>
                <a:gridCol w="4246066">
                  <a:extLst>
                    <a:ext uri="{9D8B030D-6E8A-4147-A177-3AD203B41FA5}">
                      <a16:colId xmlns:a16="http://schemas.microsoft.com/office/drawing/2014/main" val="1929921289"/>
                    </a:ext>
                  </a:extLst>
                </a:gridCol>
                <a:gridCol w="783136">
                  <a:extLst>
                    <a:ext uri="{9D8B030D-6E8A-4147-A177-3AD203B41FA5}">
                      <a16:colId xmlns:a16="http://schemas.microsoft.com/office/drawing/2014/main" val="1702144618"/>
                    </a:ext>
                  </a:extLst>
                </a:gridCol>
              </a:tblGrid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Generic Keywords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2F2F2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860" marR="4860" marT="48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58071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powai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865678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cities to live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7817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cities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11425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top 10 richest city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918522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best states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india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93092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dlf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projects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33519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developed cities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uttar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pradesh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25599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flats for sale in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powai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80613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goregaon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29752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bhk flats for sale in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53818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sale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042118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for sale in south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268353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bhk flat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38927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thane flat for sale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9952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for sale in north bangalore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25987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flat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sale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405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for sale in worli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10096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andheri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east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327815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buy commercial property in bangalore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68605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flats for sale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034544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445030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bhk apartments for sale in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4817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 for sale in malad west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75466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1bhk flat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6468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flats in south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sale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511836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3bhk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68559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sale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36961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3bhk flat 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824060"/>
                  </a:ext>
                </a:extLst>
              </a:tr>
              <a:tr h="1870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godrej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properties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pimpri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060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F1AC77-D6A0-0DE0-9665-85E0CDDFFE24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59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5968" y="6358128"/>
            <a:ext cx="11244580" cy="43180"/>
          </a:xfrm>
          <a:custGeom>
            <a:avLst/>
            <a:gdLst/>
            <a:ahLst/>
            <a:cxnLst/>
            <a:rect l="l" t="t" r="r" b="b"/>
            <a:pathLst>
              <a:path w="11244580" h="43179">
                <a:moveTo>
                  <a:pt x="0" y="42672"/>
                </a:moveTo>
                <a:lnTo>
                  <a:pt x="11244072" y="42672"/>
                </a:lnTo>
                <a:lnTo>
                  <a:pt x="11244072" y="0"/>
                </a:lnTo>
                <a:lnTo>
                  <a:pt x="0" y="0"/>
                </a:lnTo>
                <a:lnTo>
                  <a:pt x="0" y="42672"/>
                </a:lnTo>
                <a:close/>
              </a:path>
            </a:pathLst>
          </a:custGeom>
          <a:solidFill>
            <a:srgbClr val="F392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83279" y="4236720"/>
            <a:ext cx="5154295" cy="935990"/>
            <a:chOff x="3383279" y="4236720"/>
            <a:chExt cx="5154295" cy="935990"/>
          </a:xfrm>
        </p:grpSpPr>
        <p:sp>
          <p:nvSpPr>
            <p:cNvPr id="4" name="object 4"/>
            <p:cNvSpPr/>
            <p:nvPr/>
          </p:nvSpPr>
          <p:spPr>
            <a:xfrm>
              <a:off x="3389375" y="4242816"/>
              <a:ext cx="5142230" cy="923925"/>
            </a:xfrm>
            <a:custGeom>
              <a:avLst/>
              <a:gdLst/>
              <a:ahLst/>
              <a:cxnLst/>
              <a:rect l="l" t="t" r="r" b="b"/>
              <a:pathLst>
                <a:path w="5142230" h="923925">
                  <a:moveTo>
                    <a:pt x="0" y="923543"/>
                  </a:moveTo>
                  <a:lnTo>
                    <a:pt x="5141976" y="923543"/>
                  </a:lnTo>
                  <a:lnTo>
                    <a:pt x="5141976" y="0"/>
                  </a:lnTo>
                  <a:lnTo>
                    <a:pt x="0" y="0"/>
                  </a:lnTo>
                  <a:lnTo>
                    <a:pt x="0" y="92354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03569" y="4447397"/>
              <a:ext cx="3475235" cy="595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5134" y="4465066"/>
              <a:ext cx="3376929" cy="499109"/>
            </a:xfrm>
            <a:custGeom>
              <a:avLst/>
              <a:gdLst/>
              <a:ahLst/>
              <a:cxnLst/>
              <a:rect l="l" t="t" r="r" b="b"/>
              <a:pathLst>
                <a:path w="3376929" h="499110">
                  <a:moveTo>
                    <a:pt x="1152293" y="199135"/>
                  </a:moveTo>
                  <a:lnTo>
                    <a:pt x="1001902" y="199135"/>
                  </a:lnTo>
                  <a:lnTo>
                    <a:pt x="1018998" y="199870"/>
                  </a:lnTo>
                  <a:lnTo>
                    <a:pt x="1033129" y="202056"/>
                  </a:lnTo>
                  <a:lnTo>
                    <a:pt x="1065057" y="236856"/>
                  </a:lnTo>
                  <a:lnTo>
                    <a:pt x="1065911" y="249427"/>
                  </a:lnTo>
                  <a:lnTo>
                    <a:pt x="1065911" y="258825"/>
                  </a:lnTo>
                  <a:lnTo>
                    <a:pt x="1050623" y="264277"/>
                  </a:lnTo>
                  <a:lnTo>
                    <a:pt x="1030287" y="269954"/>
                  </a:lnTo>
                  <a:lnTo>
                    <a:pt x="1004903" y="275845"/>
                  </a:lnTo>
                  <a:lnTo>
                    <a:pt x="974470" y="281939"/>
                  </a:lnTo>
                  <a:lnTo>
                    <a:pt x="951440" y="286817"/>
                  </a:lnTo>
                  <a:lnTo>
                    <a:pt x="913999" y="297763"/>
                  </a:lnTo>
                  <a:lnTo>
                    <a:pt x="876506" y="319119"/>
                  </a:lnTo>
                  <a:lnTo>
                    <a:pt x="852947" y="352194"/>
                  </a:lnTo>
                  <a:lnTo>
                    <a:pt x="844803" y="393699"/>
                  </a:lnTo>
                  <a:lnTo>
                    <a:pt x="846780" y="415488"/>
                  </a:lnTo>
                  <a:lnTo>
                    <a:pt x="862591" y="453207"/>
                  </a:lnTo>
                  <a:lnTo>
                    <a:pt x="893764" y="482139"/>
                  </a:lnTo>
                  <a:lnTo>
                    <a:pt x="937059" y="496998"/>
                  </a:lnTo>
                  <a:lnTo>
                    <a:pt x="963040" y="498855"/>
                  </a:lnTo>
                  <a:lnTo>
                    <a:pt x="978406" y="498137"/>
                  </a:lnTo>
                  <a:lnTo>
                    <a:pt x="1021714" y="487171"/>
                  </a:lnTo>
                  <a:lnTo>
                    <a:pt x="1060987" y="462990"/>
                  </a:lnTo>
                  <a:lnTo>
                    <a:pt x="1073277" y="451992"/>
                  </a:lnTo>
                  <a:lnTo>
                    <a:pt x="1163963" y="451992"/>
                  </a:lnTo>
                  <a:lnTo>
                    <a:pt x="1161795" y="443102"/>
                  </a:lnTo>
                  <a:lnTo>
                    <a:pt x="1160131" y="432561"/>
                  </a:lnTo>
                  <a:lnTo>
                    <a:pt x="991235" y="432561"/>
                  </a:lnTo>
                  <a:lnTo>
                    <a:pt x="953642" y="418210"/>
                  </a:lnTo>
                  <a:lnTo>
                    <a:pt x="938911" y="384047"/>
                  </a:lnTo>
                  <a:lnTo>
                    <a:pt x="940073" y="374403"/>
                  </a:lnTo>
                  <a:lnTo>
                    <a:pt x="976217" y="342804"/>
                  </a:lnTo>
                  <a:lnTo>
                    <a:pt x="1026870" y="330469"/>
                  </a:lnTo>
                  <a:lnTo>
                    <a:pt x="1042511" y="326707"/>
                  </a:lnTo>
                  <a:lnTo>
                    <a:pt x="1055532" y="323230"/>
                  </a:lnTo>
                  <a:lnTo>
                    <a:pt x="1065911" y="320039"/>
                  </a:lnTo>
                  <a:lnTo>
                    <a:pt x="1157723" y="320039"/>
                  </a:lnTo>
                  <a:lnTo>
                    <a:pt x="1158239" y="264159"/>
                  </a:lnTo>
                  <a:lnTo>
                    <a:pt x="1157454" y="235894"/>
                  </a:lnTo>
                  <a:lnTo>
                    <a:pt x="1155096" y="212439"/>
                  </a:lnTo>
                  <a:lnTo>
                    <a:pt x="1152293" y="199135"/>
                  </a:lnTo>
                  <a:close/>
                </a:path>
                <a:path w="3376929" h="499110">
                  <a:moveTo>
                    <a:pt x="1163963" y="451992"/>
                  </a:moveTo>
                  <a:lnTo>
                    <a:pt x="1073277" y="451992"/>
                  </a:lnTo>
                  <a:lnTo>
                    <a:pt x="1073912" y="453770"/>
                  </a:lnTo>
                  <a:lnTo>
                    <a:pt x="1075054" y="457453"/>
                  </a:lnTo>
                  <a:lnTo>
                    <a:pt x="1085595" y="490854"/>
                  </a:lnTo>
                  <a:lnTo>
                    <a:pt x="1178687" y="490854"/>
                  </a:lnTo>
                  <a:lnTo>
                    <a:pt x="1172993" y="478303"/>
                  </a:lnTo>
                  <a:lnTo>
                    <a:pt x="1168288" y="466169"/>
                  </a:lnTo>
                  <a:lnTo>
                    <a:pt x="1164560" y="454439"/>
                  </a:lnTo>
                  <a:lnTo>
                    <a:pt x="1163963" y="451992"/>
                  </a:lnTo>
                  <a:close/>
                </a:path>
                <a:path w="3376929" h="499110">
                  <a:moveTo>
                    <a:pt x="1157723" y="320039"/>
                  </a:moveTo>
                  <a:lnTo>
                    <a:pt x="1065911" y="320039"/>
                  </a:lnTo>
                  <a:lnTo>
                    <a:pt x="1065789" y="346876"/>
                  </a:lnTo>
                  <a:lnTo>
                    <a:pt x="1065674" y="354411"/>
                  </a:lnTo>
                  <a:lnTo>
                    <a:pt x="1058769" y="393563"/>
                  </a:lnTo>
                  <a:lnTo>
                    <a:pt x="1028061" y="423132"/>
                  </a:lnTo>
                  <a:lnTo>
                    <a:pt x="991235" y="432561"/>
                  </a:lnTo>
                  <a:lnTo>
                    <a:pt x="1160131" y="432561"/>
                  </a:lnTo>
                  <a:lnTo>
                    <a:pt x="1159795" y="430432"/>
                  </a:lnTo>
                  <a:lnTo>
                    <a:pt x="1158366" y="414702"/>
                  </a:lnTo>
                  <a:lnTo>
                    <a:pt x="1157509" y="395900"/>
                  </a:lnTo>
                  <a:lnTo>
                    <a:pt x="1157229" y="374403"/>
                  </a:lnTo>
                  <a:lnTo>
                    <a:pt x="1157723" y="320039"/>
                  </a:lnTo>
                  <a:close/>
                </a:path>
                <a:path w="3376929" h="499110">
                  <a:moveTo>
                    <a:pt x="1008634" y="127253"/>
                  </a:moveTo>
                  <a:lnTo>
                    <a:pt x="947848" y="133445"/>
                  </a:lnTo>
                  <a:lnTo>
                    <a:pt x="904113" y="152018"/>
                  </a:lnTo>
                  <a:lnTo>
                    <a:pt x="874109" y="183467"/>
                  </a:lnTo>
                  <a:lnTo>
                    <a:pt x="854582" y="228345"/>
                  </a:lnTo>
                  <a:lnTo>
                    <a:pt x="939926" y="243712"/>
                  </a:lnTo>
                  <a:lnTo>
                    <a:pt x="944639" y="232259"/>
                  </a:lnTo>
                  <a:lnTo>
                    <a:pt x="950007" y="222662"/>
                  </a:lnTo>
                  <a:lnTo>
                    <a:pt x="990020" y="199755"/>
                  </a:lnTo>
                  <a:lnTo>
                    <a:pt x="1001902" y="199135"/>
                  </a:lnTo>
                  <a:lnTo>
                    <a:pt x="1152293" y="199135"/>
                  </a:lnTo>
                  <a:lnTo>
                    <a:pt x="1151167" y="193794"/>
                  </a:lnTo>
                  <a:lnTo>
                    <a:pt x="1128585" y="158988"/>
                  </a:lnTo>
                  <a:lnTo>
                    <a:pt x="1084929" y="135612"/>
                  </a:lnTo>
                  <a:lnTo>
                    <a:pt x="1038066" y="128182"/>
                  </a:lnTo>
                  <a:lnTo>
                    <a:pt x="1008634" y="127253"/>
                  </a:lnTo>
                  <a:close/>
                </a:path>
                <a:path w="3376929" h="499110">
                  <a:moveTo>
                    <a:pt x="2798825" y="127253"/>
                  </a:moveTo>
                  <a:lnTo>
                    <a:pt x="2749089" y="132984"/>
                  </a:lnTo>
                  <a:lnTo>
                    <a:pt x="2704211" y="150240"/>
                  </a:lnTo>
                  <a:lnTo>
                    <a:pt x="2666698" y="178625"/>
                  </a:lnTo>
                  <a:lnTo>
                    <a:pt x="2638806" y="217296"/>
                  </a:lnTo>
                  <a:lnTo>
                    <a:pt x="2621486" y="261873"/>
                  </a:lnTo>
                  <a:lnTo>
                    <a:pt x="2615691" y="307974"/>
                  </a:lnTo>
                  <a:lnTo>
                    <a:pt x="2617142" y="337478"/>
                  </a:lnTo>
                  <a:lnTo>
                    <a:pt x="2628711" y="389485"/>
                  </a:lnTo>
                  <a:lnTo>
                    <a:pt x="2651664" y="432038"/>
                  </a:lnTo>
                  <a:lnTo>
                    <a:pt x="2685383" y="464423"/>
                  </a:lnTo>
                  <a:lnTo>
                    <a:pt x="2728722" y="486425"/>
                  </a:lnTo>
                  <a:lnTo>
                    <a:pt x="2775394" y="497474"/>
                  </a:lnTo>
                  <a:lnTo>
                    <a:pt x="2799588" y="498855"/>
                  </a:lnTo>
                  <a:lnTo>
                    <a:pt x="2837372" y="495544"/>
                  </a:lnTo>
                  <a:lnTo>
                    <a:pt x="2871835" y="485600"/>
                  </a:lnTo>
                  <a:lnTo>
                    <a:pt x="2902940" y="469012"/>
                  </a:lnTo>
                  <a:lnTo>
                    <a:pt x="2930651" y="445769"/>
                  </a:lnTo>
                  <a:lnTo>
                    <a:pt x="2949604" y="422274"/>
                  </a:lnTo>
                  <a:lnTo>
                    <a:pt x="2799207" y="422274"/>
                  </a:lnTo>
                  <a:lnTo>
                    <a:pt x="2781540" y="420512"/>
                  </a:lnTo>
                  <a:lnTo>
                    <a:pt x="2737231" y="394080"/>
                  </a:lnTo>
                  <a:lnTo>
                    <a:pt x="2718371" y="359759"/>
                  </a:lnTo>
                  <a:lnTo>
                    <a:pt x="2712085" y="313054"/>
                  </a:lnTo>
                  <a:lnTo>
                    <a:pt x="2713656" y="288143"/>
                  </a:lnTo>
                  <a:lnTo>
                    <a:pt x="2726261" y="247608"/>
                  </a:lnTo>
                  <a:lnTo>
                    <a:pt x="2765313" y="210883"/>
                  </a:lnTo>
                  <a:lnTo>
                    <a:pt x="2799207" y="203834"/>
                  </a:lnTo>
                  <a:lnTo>
                    <a:pt x="2950767" y="203834"/>
                  </a:lnTo>
                  <a:lnTo>
                    <a:pt x="2931160" y="179577"/>
                  </a:lnTo>
                  <a:lnTo>
                    <a:pt x="2903535" y="156668"/>
                  </a:lnTo>
                  <a:lnTo>
                    <a:pt x="2872279" y="140319"/>
                  </a:lnTo>
                  <a:lnTo>
                    <a:pt x="2837380" y="130518"/>
                  </a:lnTo>
                  <a:lnTo>
                    <a:pt x="2798825" y="127253"/>
                  </a:lnTo>
                  <a:close/>
                </a:path>
                <a:path w="3376929" h="499110">
                  <a:moveTo>
                    <a:pt x="2298065" y="0"/>
                  </a:moveTo>
                  <a:lnTo>
                    <a:pt x="2181860" y="0"/>
                  </a:lnTo>
                  <a:lnTo>
                    <a:pt x="2361691" y="284225"/>
                  </a:lnTo>
                  <a:lnTo>
                    <a:pt x="2361691" y="490854"/>
                  </a:lnTo>
                  <a:lnTo>
                    <a:pt x="2460497" y="490854"/>
                  </a:lnTo>
                  <a:lnTo>
                    <a:pt x="2460578" y="284733"/>
                  </a:lnTo>
                  <a:lnTo>
                    <a:pt x="2517944" y="194182"/>
                  </a:lnTo>
                  <a:lnTo>
                    <a:pt x="2413635" y="194182"/>
                  </a:lnTo>
                  <a:lnTo>
                    <a:pt x="2298065" y="0"/>
                  </a:lnTo>
                  <a:close/>
                </a:path>
                <a:path w="3376929" h="499110">
                  <a:moveTo>
                    <a:pt x="2950767" y="203834"/>
                  </a:moveTo>
                  <a:lnTo>
                    <a:pt x="2799207" y="203834"/>
                  </a:lnTo>
                  <a:lnTo>
                    <a:pt x="2816852" y="205597"/>
                  </a:lnTo>
                  <a:lnTo>
                    <a:pt x="2833020" y="210883"/>
                  </a:lnTo>
                  <a:lnTo>
                    <a:pt x="2871876" y="247653"/>
                  </a:lnTo>
                  <a:lnTo>
                    <a:pt x="2884378" y="287768"/>
                  </a:lnTo>
                  <a:lnTo>
                    <a:pt x="2885923" y="312038"/>
                  </a:lnTo>
                  <a:lnTo>
                    <a:pt x="2885908" y="313054"/>
                  </a:lnTo>
                  <a:lnTo>
                    <a:pt x="2879677" y="359584"/>
                  </a:lnTo>
                  <a:lnTo>
                    <a:pt x="2860929" y="394080"/>
                  </a:lnTo>
                  <a:lnTo>
                    <a:pt x="2816852" y="420512"/>
                  </a:lnTo>
                  <a:lnTo>
                    <a:pt x="2799207" y="422274"/>
                  </a:lnTo>
                  <a:lnTo>
                    <a:pt x="2949604" y="422274"/>
                  </a:lnTo>
                  <a:lnTo>
                    <a:pt x="2953414" y="417552"/>
                  </a:lnTo>
                  <a:lnTo>
                    <a:pt x="2969688" y="385857"/>
                  </a:lnTo>
                  <a:lnTo>
                    <a:pt x="2979461" y="350686"/>
                  </a:lnTo>
                  <a:lnTo>
                    <a:pt x="2982721" y="312038"/>
                  </a:lnTo>
                  <a:lnTo>
                    <a:pt x="2979505" y="273750"/>
                  </a:lnTo>
                  <a:lnTo>
                    <a:pt x="2969847" y="238902"/>
                  </a:lnTo>
                  <a:lnTo>
                    <a:pt x="2953736" y="207508"/>
                  </a:lnTo>
                  <a:lnTo>
                    <a:pt x="2950767" y="203834"/>
                  </a:lnTo>
                  <a:close/>
                </a:path>
                <a:path w="3376929" h="499110">
                  <a:moveTo>
                    <a:pt x="2640965" y="0"/>
                  </a:moveTo>
                  <a:lnTo>
                    <a:pt x="2526791" y="0"/>
                  </a:lnTo>
                  <a:lnTo>
                    <a:pt x="2413635" y="194182"/>
                  </a:lnTo>
                  <a:lnTo>
                    <a:pt x="2517944" y="194182"/>
                  </a:lnTo>
                  <a:lnTo>
                    <a:pt x="2640965" y="0"/>
                  </a:lnTo>
                  <a:close/>
                </a:path>
                <a:path w="3376929" h="499110">
                  <a:moveTo>
                    <a:pt x="3147187" y="135254"/>
                  </a:moveTo>
                  <a:lnTo>
                    <a:pt x="3053080" y="135254"/>
                  </a:lnTo>
                  <a:lnTo>
                    <a:pt x="3053080" y="360298"/>
                  </a:lnTo>
                  <a:lnTo>
                    <a:pt x="3056239" y="405034"/>
                  </a:lnTo>
                  <a:lnTo>
                    <a:pt x="3073138" y="452389"/>
                  </a:lnTo>
                  <a:lnTo>
                    <a:pt x="3106928" y="483107"/>
                  </a:lnTo>
                  <a:lnTo>
                    <a:pt x="3153755" y="497877"/>
                  </a:lnTo>
                  <a:lnTo>
                    <a:pt x="3171190" y="498855"/>
                  </a:lnTo>
                  <a:lnTo>
                    <a:pt x="3188575" y="497832"/>
                  </a:lnTo>
                  <a:lnTo>
                    <a:pt x="3237991" y="482472"/>
                  </a:lnTo>
                  <a:lnTo>
                    <a:pt x="3278693" y="451094"/>
                  </a:lnTo>
                  <a:lnTo>
                    <a:pt x="3289172" y="437641"/>
                  </a:lnTo>
                  <a:lnTo>
                    <a:pt x="3376548" y="437641"/>
                  </a:lnTo>
                  <a:lnTo>
                    <a:pt x="3376548" y="427227"/>
                  </a:lnTo>
                  <a:lnTo>
                    <a:pt x="3206115" y="427227"/>
                  </a:lnTo>
                  <a:lnTo>
                    <a:pt x="3195996" y="426608"/>
                  </a:lnTo>
                  <a:lnTo>
                    <a:pt x="3159632" y="405685"/>
                  </a:lnTo>
                  <a:lnTo>
                    <a:pt x="3148441" y="359140"/>
                  </a:lnTo>
                  <a:lnTo>
                    <a:pt x="3147187" y="298703"/>
                  </a:lnTo>
                  <a:lnTo>
                    <a:pt x="3147187" y="135254"/>
                  </a:lnTo>
                  <a:close/>
                </a:path>
                <a:path w="3376929" h="499110">
                  <a:moveTo>
                    <a:pt x="3376548" y="437641"/>
                  </a:moveTo>
                  <a:lnTo>
                    <a:pt x="3289172" y="437641"/>
                  </a:lnTo>
                  <a:lnTo>
                    <a:pt x="3289172" y="490854"/>
                  </a:lnTo>
                  <a:lnTo>
                    <a:pt x="3376548" y="490854"/>
                  </a:lnTo>
                  <a:lnTo>
                    <a:pt x="3376548" y="437641"/>
                  </a:lnTo>
                  <a:close/>
                </a:path>
                <a:path w="3376929" h="499110">
                  <a:moveTo>
                    <a:pt x="3376548" y="135254"/>
                  </a:moveTo>
                  <a:lnTo>
                    <a:pt x="3282441" y="135254"/>
                  </a:lnTo>
                  <a:lnTo>
                    <a:pt x="3282441" y="285241"/>
                  </a:lnTo>
                  <a:lnTo>
                    <a:pt x="3281991" y="319889"/>
                  </a:lnTo>
                  <a:lnTo>
                    <a:pt x="3278423" y="367895"/>
                  </a:lnTo>
                  <a:lnTo>
                    <a:pt x="3258059" y="406971"/>
                  </a:lnTo>
                  <a:lnTo>
                    <a:pt x="3217826" y="426396"/>
                  </a:lnTo>
                  <a:lnTo>
                    <a:pt x="3206115" y="427227"/>
                  </a:lnTo>
                  <a:lnTo>
                    <a:pt x="3376548" y="427227"/>
                  </a:lnTo>
                  <a:lnTo>
                    <a:pt x="3376548" y="135254"/>
                  </a:lnTo>
                  <a:close/>
                </a:path>
                <a:path w="3376929" h="499110">
                  <a:moveTo>
                    <a:pt x="1337310" y="135254"/>
                  </a:moveTo>
                  <a:lnTo>
                    <a:pt x="1249934" y="135254"/>
                  </a:lnTo>
                  <a:lnTo>
                    <a:pt x="1249934" y="490854"/>
                  </a:lnTo>
                  <a:lnTo>
                    <a:pt x="1344040" y="490854"/>
                  </a:lnTo>
                  <a:lnTo>
                    <a:pt x="1344040" y="329818"/>
                  </a:lnTo>
                  <a:lnTo>
                    <a:pt x="1344493" y="302341"/>
                  </a:lnTo>
                  <a:lnTo>
                    <a:pt x="1348112" y="261435"/>
                  </a:lnTo>
                  <a:lnTo>
                    <a:pt x="1368889" y="219813"/>
                  </a:lnTo>
                  <a:lnTo>
                    <a:pt x="1409809" y="199989"/>
                  </a:lnTo>
                  <a:lnTo>
                    <a:pt x="1421764" y="199135"/>
                  </a:lnTo>
                  <a:lnTo>
                    <a:pt x="1566801" y="199135"/>
                  </a:lnTo>
                  <a:lnTo>
                    <a:pt x="1565812" y="195758"/>
                  </a:lnTo>
                  <a:lnTo>
                    <a:pt x="1562448" y="187451"/>
                  </a:lnTo>
                  <a:lnTo>
                    <a:pt x="1337310" y="187451"/>
                  </a:lnTo>
                  <a:lnTo>
                    <a:pt x="1337310" y="135254"/>
                  </a:lnTo>
                  <a:close/>
                </a:path>
                <a:path w="3376929" h="499110">
                  <a:moveTo>
                    <a:pt x="1566801" y="199135"/>
                  </a:moveTo>
                  <a:lnTo>
                    <a:pt x="1421764" y="199135"/>
                  </a:lnTo>
                  <a:lnTo>
                    <a:pt x="1430954" y="199729"/>
                  </a:lnTo>
                  <a:lnTo>
                    <a:pt x="1439465" y="201501"/>
                  </a:lnTo>
                  <a:lnTo>
                    <a:pt x="1470459" y="226839"/>
                  </a:lnTo>
                  <a:lnTo>
                    <a:pt x="1479677" y="283132"/>
                  </a:lnTo>
                  <a:lnTo>
                    <a:pt x="1480057" y="490854"/>
                  </a:lnTo>
                  <a:lnTo>
                    <a:pt x="1574164" y="490854"/>
                  </a:lnTo>
                  <a:lnTo>
                    <a:pt x="1574164" y="269874"/>
                  </a:lnTo>
                  <a:lnTo>
                    <a:pt x="1573833" y="250471"/>
                  </a:lnTo>
                  <a:lnTo>
                    <a:pt x="1572847" y="233425"/>
                  </a:lnTo>
                  <a:lnTo>
                    <a:pt x="1571218" y="218761"/>
                  </a:lnTo>
                  <a:lnTo>
                    <a:pt x="1568957" y="206501"/>
                  </a:lnTo>
                  <a:lnTo>
                    <a:pt x="1566801" y="199135"/>
                  </a:lnTo>
                  <a:close/>
                </a:path>
                <a:path w="3376929" h="499110">
                  <a:moveTo>
                    <a:pt x="1454530" y="127253"/>
                  </a:moveTo>
                  <a:lnTo>
                    <a:pt x="1420713" y="131016"/>
                  </a:lnTo>
                  <a:lnTo>
                    <a:pt x="1389919" y="142303"/>
                  </a:lnTo>
                  <a:lnTo>
                    <a:pt x="1362126" y="161115"/>
                  </a:lnTo>
                  <a:lnTo>
                    <a:pt x="1337310" y="187451"/>
                  </a:lnTo>
                  <a:lnTo>
                    <a:pt x="1562448" y="187451"/>
                  </a:lnTo>
                  <a:lnTo>
                    <a:pt x="1534128" y="151193"/>
                  </a:lnTo>
                  <a:lnTo>
                    <a:pt x="1498232" y="133522"/>
                  </a:lnTo>
                  <a:lnTo>
                    <a:pt x="1454530" y="127253"/>
                  </a:lnTo>
                  <a:close/>
                </a:path>
                <a:path w="3376929" h="499110">
                  <a:moveTo>
                    <a:pt x="1758950" y="0"/>
                  </a:moveTo>
                  <a:lnTo>
                    <a:pt x="1664842" y="0"/>
                  </a:lnTo>
                  <a:lnTo>
                    <a:pt x="1664842" y="490854"/>
                  </a:lnTo>
                  <a:lnTo>
                    <a:pt x="1758950" y="490854"/>
                  </a:lnTo>
                  <a:lnTo>
                    <a:pt x="1758950" y="377062"/>
                  </a:lnTo>
                  <a:lnTo>
                    <a:pt x="1802764" y="331088"/>
                  </a:lnTo>
                  <a:lnTo>
                    <a:pt x="1901490" y="331088"/>
                  </a:lnTo>
                  <a:lnTo>
                    <a:pt x="1863470" y="265175"/>
                  </a:lnTo>
                  <a:lnTo>
                    <a:pt x="1867866" y="260476"/>
                  </a:lnTo>
                  <a:lnTo>
                    <a:pt x="1758950" y="260476"/>
                  </a:lnTo>
                  <a:lnTo>
                    <a:pt x="1758950" y="0"/>
                  </a:lnTo>
                  <a:close/>
                </a:path>
                <a:path w="3376929" h="499110">
                  <a:moveTo>
                    <a:pt x="1901490" y="331088"/>
                  </a:moveTo>
                  <a:lnTo>
                    <a:pt x="1802764" y="331088"/>
                  </a:lnTo>
                  <a:lnTo>
                    <a:pt x="1892173" y="490854"/>
                  </a:lnTo>
                  <a:lnTo>
                    <a:pt x="1993645" y="490854"/>
                  </a:lnTo>
                  <a:lnTo>
                    <a:pt x="1901490" y="331088"/>
                  </a:lnTo>
                  <a:close/>
                </a:path>
                <a:path w="3376929" h="499110">
                  <a:moveTo>
                    <a:pt x="1985010" y="135254"/>
                  </a:moveTo>
                  <a:lnTo>
                    <a:pt x="1869059" y="135254"/>
                  </a:lnTo>
                  <a:lnTo>
                    <a:pt x="1758950" y="260476"/>
                  </a:lnTo>
                  <a:lnTo>
                    <a:pt x="1867866" y="260476"/>
                  </a:lnTo>
                  <a:lnTo>
                    <a:pt x="1985010" y="135254"/>
                  </a:lnTo>
                  <a:close/>
                </a:path>
                <a:path w="3376929" h="499110">
                  <a:moveTo>
                    <a:pt x="545845" y="0"/>
                  </a:moveTo>
                  <a:lnTo>
                    <a:pt x="451738" y="0"/>
                  </a:lnTo>
                  <a:lnTo>
                    <a:pt x="451738" y="490854"/>
                  </a:lnTo>
                  <a:lnTo>
                    <a:pt x="545845" y="490854"/>
                  </a:lnTo>
                  <a:lnTo>
                    <a:pt x="545845" y="312673"/>
                  </a:lnTo>
                  <a:lnTo>
                    <a:pt x="546371" y="291647"/>
                  </a:lnTo>
                  <a:lnTo>
                    <a:pt x="554354" y="244855"/>
                  </a:lnTo>
                  <a:lnTo>
                    <a:pt x="581278" y="210565"/>
                  </a:lnTo>
                  <a:lnTo>
                    <a:pt x="623188" y="199135"/>
                  </a:lnTo>
                  <a:lnTo>
                    <a:pt x="767231" y="199135"/>
                  </a:lnTo>
                  <a:lnTo>
                    <a:pt x="763714" y="189769"/>
                  </a:lnTo>
                  <a:lnTo>
                    <a:pt x="759077" y="180466"/>
                  </a:lnTo>
                  <a:lnTo>
                    <a:pt x="545845" y="180466"/>
                  </a:lnTo>
                  <a:lnTo>
                    <a:pt x="545845" y="0"/>
                  </a:lnTo>
                  <a:close/>
                </a:path>
                <a:path w="3376929" h="499110">
                  <a:moveTo>
                    <a:pt x="767231" y="199135"/>
                  </a:moveTo>
                  <a:lnTo>
                    <a:pt x="623188" y="199135"/>
                  </a:lnTo>
                  <a:lnTo>
                    <a:pt x="632952" y="199703"/>
                  </a:lnTo>
                  <a:lnTo>
                    <a:pt x="641857" y="201390"/>
                  </a:lnTo>
                  <a:lnTo>
                    <a:pt x="672849" y="224885"/>
                  </a:lnTo>
                  <a:lnTo>
                    <a:pt x="681146" y="277588"/>
                  </a:lnTo>
                  <a:lnTo>
                    <a:pt x="681481" y="303021"/>
                  </a:lnTo>
                  <a:lnTo>
                    <a:pt x="681481" y="490854"/>
                  </a:lnTo>
                  <a:lnTo>
                    <a:pt x="775588" y="490854"/>
                  </a:lnTo>
                  <a:lnTo>
                    <a:pt x="775466" y="273335"/>
                  </a:lnTo>
                  <a:lnTo>
                    <a:pt x="772802" y="224561"/>
                  </a:lnTo>
                  <a:lnTo>
                    <a:pt x="767711" y="200413"/>
                  </a:lnTo>
                  <a:lnTo>
                    <a:pt x="767231" y="199135"/>
                  </a:lnTo>
                  <a:close/>
                </a:path>
                <a:path w="3376929" h="499110">
                  <a:moveTo>
                    <a:pt x="654685" y="127253"/>
                  </a:moveTo>
                  <a:lnTo>
                    <a:pt x="624105" y="130567"/>
                  </a:lnTo>
                  <a:lnTo>
                    <a:pt x="595788" y="140525"/>
                  </a:lnTo>
                  <a:lnTo>
                    <a:pt x="569710" y="157150"/>
                  </a:lnTo>
                  <a:lnTo>
                    <a:pt x="545845" y="180466"/>
                  </a:lnTo>
                  <a:lnTo>
                    <a:pt x="759077" y="180466"/>
                  </a:lnTo>
                  <a:lnTo>
                    <a:pt x="725473" y="145692"/>
                  </a:lnTo>
                  <a:lnTo>
                    <a:pt x="685530" y="130222"/>
                  </a:lnTo>
                  <a:lnTo>
                    <a:pt x="654685" y="127253"/>
                  </a:lnTo>
                  <a:close/>
                </a:path>
                <a:path w="3376929" h="499110">
                  <a:moveTo>
                    <a:pt x="244728" y="83057"/>
                  </a:moveTo>
                  <a:lnTo>
                    <a:pt x="145668" y="83057"/>
                  </a:lnTo>
                  <a:lnTo>
                    <a:pt x="145668" y="490854"/>
                  </a:lnTo>
                  <a:lnTo>
                    <a:pt x="244728" y="490854"/>
                  </a:lnTo>
                  <a:lnTo>
                    <a:pt x="244728" y="83057"/>
                  </a:lnTo>
                  <a:close/>
                </a:path>
                <a:path w="3376929" h="499110">
                  <a:moveTo>
                    <a:pt x="390143" y="0"/>
                  </a:moveTo>
                  <a:lnTo>
                    <a:pt x="0" y="0"/>
                  </a:lnTo>
                  <a:lnTo>
                    <a:pt x="0" y="83057"/>
                  </a:lnTo>
                  <a:lnTo>
                    <a:pt x="390143" y="83057"/>
                  </a:lnTo>
                  <a:lnTo>
                    <a:pt x="39014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40021" y="4449953"/>
              <a:ext cx="3406902" cy="5293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6400800"/>
            <a:ext cx="12192000" cy="262255"/>
          </a:xfrm>
          <a:custGeom>
            <a:avLst/>
            <a:gdLst/>
            <a:ahLst/>
            <a:cxnLst/>
            <a:rect l="l" t="t" r="r" b="b"/>
            <a:pathLst>
              <a:path w="12192000" h="262254">
                <a:moveTo>
                  <a:pt x="12192000" y="0"/>
                </a:moveTo>
                <a:lnTo>
                  <a:pt x="0" y="0"/>
                </a:lnTo>
                <a:lnTo>
                  <a:pt x="0" y="262128"/>
                </a:lnTo>
                <a:lnTo>
                  <a:pt x="12192000" y="2621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56459" y="808590"/>
            <a:ext cx="4269229" cy="2606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2" descr="keystone real estate logo">
            <a:extLst>
              <a:ext uri="{FF2B5EF4-FFF2-40B4-BE49-F238E27FC236}">
                <a16:creationId xmlns:a16="http://schemas.microsoft.com/office/drawing/2014/main" id="{0462156E-3461-4958-E91E-4DE278B80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" y="6329942"/>
            <a:ext cx="1040675" cy="3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5D5A80-4F38-43B3-4551-6F41983F5889}"/>
              </a:ext>
            </a:extLst>
          </p:cNvPr>
          <p:cNvSpPr txBox="1"/>
          <p:nvPr/>
        </p:nvSpPr>
        <p:spPr>
          <a:xfrm>
            <a:off x="7646396" y="6336268"/>
            <a:ext cx="3631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Keystonerealestateadvisory.com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252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4760</TotalTime>
  <Words>1560</Words>
  <Application>Microsoft Office PowerPoint</Application>
  <PresentationFormat>Widescreen</PresentationFormat>
  <Paragraphs>519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Antonio ExtraLight</vt:lpstr>
      <vt:lpstr>Arial</vt:lpstr>
      <vt:lpstr>Arial Rounded MT Bold</vt:lpstr>
      <vt:lpstr>Calibri</vt:lpstr>
      <vt:lpstr>Office Theme</vt:lpstr>
      <vt:lpstr>Worksheet</vt:lpstr>
      <vt:lpstr>PowerPoint Presentation</vt:lpstr>
      <vt:lpstr>April Task</vt:lpstr>
      <vt:lpstr>Domain Overview</vt:lpstr>
      <vt:lpstr>Overall Traffic</vt:lpstr>
      <vt:lpstr>TRAFFIC OVERVIEW</vt:lpstr>
      <vt:lpstr>Event</vt:lpstr>
      <vt:lpstr>Leads</vt:lpstr>
      <vt:lpstr>Landing Page</vt:lpstr>
      <vt:lpstr>Page View</vt:lpstr>
      <vt:lpstr>Demographic : Country </vt:lpstr>
      <vt:lpstr>Demographic : City</vt:lpstr>
      <vt:lpstr>Demographic : Age</vt:lpstr>
      <vt:lpstr>Demographic: Interests</vt:lpstr>
      <vt:lpstr>Performance Overview</vt:lpstr>
      <vt:lpstr>PowerPoint Presentation</vt:lpstr>
      <vt:lpstr>PowerPoint Presentation</vt:lpstr>
      <vt:lpstr>PowerPoint Presentation</vt:lpstr>
      <vt:lpstr>FF-Page SEO</vt:lpstr>
      <vt:lpstr>Social Bookmarking</vt:lpstr>
      <vt:lpstr>Business Listings</vt:lpstr>
      <vt:lpstr>Business Directory</vt:lpstr>
      <vt:lpstr>Keyword Position</vt:lpstr>
      <vt:lpstr>Keyword Ranking</vt:lpstr>
      <vt:lpstr>Keyword Ranking</vt:lpstr>
      <vt:lpstr>Keyword Ranking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KS IT Admin</cp:lastModifiedBy>
  <cp:revision>307</cp:revision>
  <dcterms:created xsi:type="dcterms:W3CDTF">2023-09-30T06:06:57Z</dcterms:created>
  <dcterms:modified xsi:type="dcterms:W3CDTF">2026-05-02T10:24:59Z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2023-09-30T00:00:00Z</vt:filetime>
  </property>
</Properties>
</file>